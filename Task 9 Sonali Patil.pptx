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9" r:id="rId3"/>
    <p:sldId id="257" r:id="rId4"/>
    <p:sldId id="258" r:id="rId5"/>
    <p:sldId id="262" r:id="rId6"/>
    <p:sldId id="263" r:id="rId7"/>
    <p:sldId id="260" r:id="rId8"/>
    <p:sldId id="270" r:id="rId9"/>
    <p:sldId id="261" r:id="rId10"/>
    <p:sldId id="268" r:id="rId11"/>
    <p:sldId id="271" r:id="rId12"/>
    <p:sldId id="272" r:id="rId13"/>
    <p:sldId id="273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8D68DFE-87A3-4908-99DD-9159B2CCD9BC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856DF6C3-3575-4199-83D3-BBE554E948CF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 sz="2000" b="1"/>
            <a:t>Teachers Point of View</a:t>
          </a:r>
          <a:endParaRPr lang="en-US" sz="2000" b="1"/>
        </a:p>
      </dgm:t>
    </dgm:pt>
    <dgm:pt modelId="{8CD9A919-2EFB-4766-AD02-858690E0C523}" type="parTrans" cxnId="{D69E73A4-C88C-4C3B-8BDE-A4C7BCD958F2}">
      <dgm:prSet/>
      <dgm:spPr/>
      <dgm:t>
        <a:bodyPr/>
        <a:lstStyle/>
        <a:p>
          <a:endParaRPr lang="en-US" sz="2000" b="1"/>
        </a:p>
      </dgm:t>
    </dgm:pt>
    <dgm:pt modelId="{DA44480E-8707-495C-ADFA-F70D53E8E077}" type="sibTrans" cxnId="{D69E73A4-C88C-4C3B-8BDE-A4C7BCD958F2}">
      <dgm:prSet/>
      <dgm:spPr/>
      <dgm:t>
        <a:bodyPr/>
        <a:lstStyle/>
        <a:p>
          <a:endParaRPr lang="en-US" sz="2000" b="1"/>
        </a:p>
      </dgm:t>
    </dgm:pt>
    <dgm:pt modelId="{9C983F74-3F28-4254-92B0-2200A41FE577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 sz="2000" b="1" dirty="0"/>
            <a:t>How learners will understand the problem?</a:t>
          </a:r>
          <a:endParaRPr lang="en-US" sz="2000" b="1" dirty="0"/>
        </a:p>
      </dgm:t>
    </dgm:pt>
    <dgm:pt modelId="{BE19FA1F-1806-4959-9BFB-D73F4FB9118F}" type="parTrans" cxnId="{B77C40F2-7AED-4935-8990-D4EB0471941A}">
      <dgm:prSet/>
      <dgm:spPr/>
      <dgm:t>
        <a:bodyPr/>
        <a:lstStyle/>
        <a:p>
          <a:endParaRPr lang="en-US" sz="2000" b="1"/>
        </a:p>
      </dgm:t>
    </dgm:pt>
    <dgm:pt modelId="{327E6E13-BAC2-482B-91C1-3CAA632DF0A5}" type="sibTrans" cxnId="{B77C40F2-7AED-4935-8990-D4EB0471941A}">
      <dgm:prSet/>
      <dgm:spPr/>
      <dgm:t>
        <a:bodyPr/>
        <a:lstStyle/>
        <a:p>
          <a:endParaRPr lang="en-US" sz="2000" b="1"/>
        </a:p>
      </dgm:t>
    </dgm:pt>
    <dgm:pt modelId="{DD94CC29-E4EB-432C-8B7C-CD92681827E9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 sz="2000" b="1"/>
            <a:t>What will be the point of concern will studying the research project?</a:t>
          </a:r>
          <a:endParaRPr lang="en-US" sz="2000" b="1"/>
        </a:p>
      </dgm:t>
    </dgm:pt>
    <dgm:pt modelId="{21666603-BD3A-4FDC-9FEB-269D872C08CC}" type="parTrans" cxnId="{B37F74C0-615B-43F2-ACF9-61723406BCD7}">
      <dgm:prSet/>
      <dgm:spPr/>
      <dgm:t>
        <a:bodyPr/>
        <a:lstStyle/>
        <a:p>
          <a:endParaRPr lang="en-US" sz="2000" b="1"/>
        </a:p>
      </dgm:t>
    </dgm:pt>
    <dgm:pt modelId="{BCB9687C-746E-4121-BB41-EEFF569D943F}" type="sibTrans" cxnId="{B37F74C0-615B-43F2-ACF9-61723406BCD7}">
      <dgm:prSet/>
      <dgm:spPr/>
      <dgm:t>
        <a:bodyPr/>
        <a:lstStyle/>
        <a:p>
          <a:endParaRPr lang="en-US" sz="2000" b="1"/>
        </a:p>
      </dgm:t>
    </dgm:pt>
    <dgm:pt modelId="{EE9FAB54-D207-4EFF-A109-2F4B4A9B9A69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 sz="2000" b="1"/>
            <a:t>How much time will be taken by students for solving or completing the problem?</a:t>
          </a:r>
          <a:endParaRPr lang="en-US" sz="2000" b="1"/>
        </a:p>
      </dgm:t>
    </dgm:pt>
    <dgm:pt modelId="{DFDD41C1-D538-4A91-BD35-EE94EDABBBD3}" type="parTrans" cxnId="{3FEF6BD8-B51C-48E8-AA0C-6A6796097A17}">
      <dgm:prSet/>
      <dgm:spPr/>
      <dgm:t>
        <a:bodyPr/>
        <a:lstStyle/>
        <a:p>
          <a:endParaRPr lang="en-US" sz="2000" b="1"/>
        </a:p>
      </dgm:t>
    </dgm:pt>
    <dgm:pt modelId="{169875D1-C425-42F8-8DC2-F5FE3D38EA1E}" type="sibTrans" cxnId="{3FEF6BD8-B51C-48E8-AA0C-6A6796097A17}">
      <dgm:prSet/>
      <dgm:spPr/>
      <dgm:t>
        <a:bodyPr/>
        <a:lstStyle/>
        <a:p>
          <a:endParaRPr lang="en-US" sz="2000" b="1"/>
        </a:p>
      </dgm:t>
    </dgm:pt>
    <dgm:pt modelId="{C4AA39E3-3654-4A92-9091-47E2C8869D18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 sz="2000" b="1"/>
            <a:t>What resources should be provided for the project?</a:t>
          </a:r>
          <a:endParaRPr lang="en-US" sz="2000" b="1"/>
        </a:p>
      </dgm:t>
    </dgm:pt>
    <dgm:pt modelId="{E7F41895-1DA0-4664-883D-46AC94AFF58D}" type="parTrans" cxnId="{7F01EF72-098A-4A04-BBD7-F7700705A7B6}">
      <dgm:prSet/>
      <dgm:spPr/>
      <dgm:t>
        <a:bodyPr/>
        <a:lstStyle/>
        <a:p>
          <a:endParaRPr lang="en-US" sz="2000" b="1"/>
        </a:p>
      </dgm:t>
    </dgm:pt>
    <dgm:pt modelId="{221709FD-8CB4-4D6B-A6F8-3AAD4A4D49C3}" type="sibTrans" cxnId="{7F01EF72-098A-4A04-BBD7-F7700705A7B6}">
      <dgm:prSet/>
      <dgm:spPr/>
      <dgm:t>
        <a:bodyPr/>
        <a:lstStyle/>
        <a:p>
          <a:endParaRPr lang="en-US" sz="2000" b="1"/>
        </a:p>
      </dgm:t>
    </dgm:pt>
    <dgm:pt modelId="{3E95545A-CEA9-4D20-A1FA-CC801C14A30A}" type="pres">
      <dgm:prSet presAssocID="{68D68DFE-87A3-4908-99DD-9159B2CCD9BC}" presName="root" presStyleCnt="0">
        <dgm:presLayoutVars>
          <dgm:dir/>
          <dgm:resizeHandles val="exact"/>
        </dgm:presLayoutVars>
      </dgm:prSet>
      <dgm:spPr/>
    </dgm:pt>
    <dgm:pt modelId="{3143CF55-9475-45F2-9ED4-6005166F52DB}" type="pres">
      <dgm:prSet presAssocID="{856DF6C3-3575-4199-83D3-BBE554E948CF}" presName="compNode" presStyleCnt="0"/>
      <dgm:spPr/>
    </dgm:pt>
    <dgm:pt modelId="{74262FBD-2CAC-4784-AE4F-6C4A79D265D5}" type="pres">
      <dgm:prSet presAssocID="{856DF6C3-3575-4199-83D3-BBE554E948CF}" presName="iconBgRect" presStyleLbl="bgShp" presStyleIdx="0" presStyleCnt="5"/>
      <dgm:spPr/>
    </dgm:pt>
    <dgm:pt modelId="{97B1A453-8DA8-49E7-AD82-F04983596594}" type="pres">
      <dgm:prSet presAssocID="{856DF6C3-3575-4199-83D3-BBE554E948CF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9BF52EF5-E294-42EA-AE1F-7301419196CD}" type="pres">
      <dgm:prSet presAssocID="{856DF6C3-3575-4199-83D3-BBE554E948CF}" presName="spaceRect" presStyleCnt="0"/>
      <dgm:spPr/>
    </dgm:pt>
    <dgm:pt modelId="{AEFA787D-D48D-4712-855D-E6164C542173}" type="pres">
      <dgm:prSet presAssocID="{856DF6C3-3575-4199-83D3-BBE554E948CF}" presName="textRect" presStyleLbl="revTx" presStyleIdx="0" presStyleCnt="5">
        <dgm:presLayoutVars>
          <dgm:chMax val="1"/>
          <dgm:chPref val="1"/>
        </dgm:presLayoutVars>
      </dgm:prSet>
      <dgm:spPr/>
    </dgm:pt>
    <dgm:pt modelId="{9287C57D-2242-4C6B-A61C-0B8FA7344656}" type="pres">
      <dgm:prSet presAssocID="{DA44480E-8707-495C-ADFA-F70D53E8E077}" presName="sibTrans" presStyleCnt="0"/>
      <dgm:spPr/>
    </dgm:pt>
    <dgm:pt modelId="{34C5EAA6-90FD-4C21-801A-6AECB06043C7}" type="pres">
      <dgm:prSet presAssocID="{9C983F74-3F28-4254-92B0-2200A41FE577}" presName="compNode" presStyleCnt="0"/>
      <dgm:spPr/>
    </dgm:pt>
    <dgm:pt modelId="{CFEA644A-9674-4C20-BBE0-FC315D7B64FB}" type="pres">
      <dgm:prSet presAssocID="{9C983F74-3F28-4254-92B0-2200A41FE577}" presName="iconBgRect" presStyleLbl="bgShp" presStyleIdx="1" presStyleCnt="5"/>
      <dgm:spPr/>
    </dgm:pt>
    <dgm:pt modelId="{E2AF86D8-1F63-4404-913A-2FD45435DF03}" type="pres">
      <dgm:prSet presAssocID="{9C983F74-3F28-4254-92B0-2200A41FE57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EE35A59F-9A81-43CD-9A27-AE8F8E6FCEEF}" type="pres">
      <dgm:prSet presAssocID="{9C983F74-3F28-4254-92B0-2200A41FE577}" presName="spaceRect" presStyleCnt="0"/>
      <dgm:spPr/>
    </dgm:pt>
    <dgm:pt modelId="{D8871CE1-C5B1-48C9-805E-690C0D6B7677}" type="pres">
      <dgm:prSet presAssocID="{9C983F74-3F28-4254-92B0-2200A41FE577}" presName="textRect" presStyleLbl="revTx" presStyleIdx="1" presStyleCnt="5">
        <dgm:presLayoutVars>
          <dgm:chMax val="1"/>
          <dgm:chPref val="1"/>
        </dgm:presLayoutVars>
      </dgm:prSet>
      <dgm:spPr/>
    </dgm:pt>
    <dgm:pt modelId="{353F4090-7565-4B1C-9D50-6740B1D8C919}" type="pres">
      <dgm:prSet presAssocID="{327E6E13-BAC2-482B-91C1-3CAA632DF0A5}" presName="sibTrans" presStyleCnt="0"/>
      <dgm:spPr/>
    </dgm:pt>
    <dgm:pt modelId="{85247D14-DC40-486B-850D-E0D935BC08FE}" type="pres">
      <dgm:prSet presAssocID="{DD94CC29-E4EB-432C-8B7C-CD92681827E9}" presName="compNode" presStyleCnt="0"/>
      <dgm:spPr/>
    </dgm:pt>
    <dgm:pt modelId="{298964D4-1705-4E68-BBED-9BD5BDDB1F17}" type="pres">
      <dgm:prSet presAssocID="{DD94CC29-E4EB-432C-8B7C-CD92681827E9}" presName="iconBgRect" presStyleLbl="bgShp" presStyleIdx="2" presStyleCnt="5"/>
      <dgm:spPr/>
    </dgm:pt>
    <dgm:pt modelId="{24D3597F-246B-4F59-8ABF-D85A790CABEB}" type="pres">
      <dgm:prSet presAssocID="{DD94CC29-E4EB-432C-8B7C-CD92681827E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51F63312-F139-4DDE-9B36-62B69DA8E0AB}" type="pres">
      <dgm:prSet presAssocID="{DD94CC29-E4EB-432C-8B7C-CD92681827E9}" presName="spaceRect" presStyleCnt="0"/>
      <dgm:spPr/>
    </dgm:pt>
    <dgm:pt modelId="{F353C87D-B5C9-446C-AE83-FE5C66D3E909}" type="pres">
      <dgm:prSet presAssocID="{DD94CC29-E4EB-432C-8B7C-CD92681827E9}" presName="textRect" presStyleLbl="revTx" presStyleIdx="2" presStyleCnt="5">
        <dgm:presLayoutVars>
          <dgm:chMax val="1"/>
          <dgm:chPref val="1"/>
        </dgm:presLayoutVars>
      </dgm:prSet>
      <dgm:spPr/>
    </dgm:pt>
    <dgm:pt modelId="{9AC3D432-4545-490F-8A6C-3BED9984D95F}" type="pres">
      <dgm:prSet presAssocID="{BCB9687C-746E-4121-BB41-EEFF569D943F}" presName="sibTrans" presStyleCnt="0"/>
      <dgm:spPr/>
    </dgm:pt>
    <dgm:pt modelId="{BB67D4A0-C6E3-42F7-9CDB-3C2E024CE843}" type="pres">
      <dgm:prSet presAssocID="{EE9FAB54-D207-4EFF-A109-2F4B4A9B9A69}" presName="compNode" presStyleCnt="0"/>
      <dgm:spPr/>
    </dgm:pt>
    <dgm:pt modelId="{FF123B74-E8FC-4E52-A475-F95675BF3753}" type="pres">
      <dgm:prSet presAssocID="{EE9FAB54-D207-4EFF-A109-2F4B4A9B9A69}" presName="iconBgRect" presStyleLbl="bgShp" presStyleIdx="3" presStyleCnt="5"/>
      <dgm:spPr/>
    </dgm:pt>
    <dgm:pt modelId="{B2B1CEEE-0CCF-4B04-9997-3294DDB6629D}" type="pres">
      <dgm:prSet presAssocID="{EE9FAB54-D207-4EFF-A109-2F4B4A9B9A69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EB52AC3F-B29E-4929-BA47-D48569D4F9EE}" type="pres">
      <dgm:prSet presAssocID="{EE9FAB54-D207-4EFF-A109-2F4B4A9B9A69}" presName="spaceRect" presStyleCnt="0"/>
      <dgm:spPr/>
    </dgm:pt>
    <dgm:pt modelId="{DC069DD1-61AD-43C8-AD65-E5204883BA4F}" type="pres">
      <dgm:prSet presAssocID="{EE9FAB54-D207-4EFF-A109-2F4B4A9B9A69}" presName="textRect" presStyleLbl="revTx" presStyleIdx="3" presStyleCnt="5">
        <dgm:presLayoutVars>
          <dgm:chMax val="1"/>
          <dgm:chPref val="1"/>
        </dgm:presLayoutVars>
      </dgm:prSet>
      <dgm:spPr/>
    </dgm:pt>
    <dgm:pt modelId="{949830B3-D399-46A1-AEF0-9E844D737603}" type="pres">
      <dgm:prSet presAssocID="{169875D1-C425-42F8-8DC2-F5FE3D38EA1E}" presName="sibTrans" presStyleCnt="0"/>
      <dgm:spPr/>
    </dgm:pt>
    <dgm:pt modelId="{FC6D8B34-A64A-4118-8294-19DF6322188A}" type="pres">
      <dgm:prSet presAssocID="{C4AA39E3-3654-4A92-9091-47E2C8869D18}" presName="compNode" presStyleCnt="0"/>
      <dgm:spPr/>
    </dgm:pt>
    <dgm:pt modelId="{CA745B4A-19E7-41FC-9747-68AF3F2C6C68}" type="pres">
      <dgm:prSet presAssocID="{C4AA39E3-3654-4A92-9091-47E2C8869D18}" presName="iconBgRect" presStyleLbl="bgShp" presStyleIdx="4" presStyleCnt="5"/>
      <dgm:spPr/>
    </dgm:pt>
    <dgm:pt modelId="{ECC661F1-65BD-4AF9-BE5A-DF5FE23FC3E8}" type="pres">
      <dgm:prSet presAssocID="{C4AA39E3-3654-4A92-9091-47E2C8869D18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247B6E1B-559D-4FFB-BEA9-2C1470601658}" type="pres">
      <dgm:prSet presAssocID="{C4AA39E3-3654-4A92-9091-47E2C8869D18}" presName="spaceRect" presStyleCnt="0"/>
      <dgm:spPr/>
    </dgm:pt>
    <dgm:pt modelId="{9268461C-775E-4795-8C76-AF11980F90E2}" type="pres">
      <dgm:prSet presAssocID="{C4AA39E3-3654-4A92-9091-47E2C8869D18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7F01EF72-098A-4A04-BBD7-F7700705A7B6}" srcId="{68D68DFE-87A3-4908-99DD-9159B2CCD9BC}" destId="{C4AA39E3-3654-4A92-9091-47E2C8869D18}" srcOrd="4" destOrd="0" parTransId="{E7F41895-1DA0-4664-883D-46AC94AFF58D}" sibTransId="{221709FD-8CB4-4D6B-A6F8-3AAD4A4D49C3}"/>
    <dgm:cxn modelId="{B3A55783-BECC-4628-8844-B8AFC752F842}" type="presOf" srcId="{C4AA39E3-3654-4A92-9091-47E2C8869D18}" destId="{9268461C-775E-4795-8C76-AF11980F90E2}" srcOrd="0" destOrd="0" presId="urn:microsoft.com/office/officeart/2018/5/layout/IconCircleLabelList"/>
    <dgm:cxn modelId="{D69E73A4-C88C-4C3B-8BDE-A4C7BCD958F2}" srcId="{68D68DFE-87A3-4908-99DD-9159B2CCD9BC}" destId="{856DF6C3-3575-4199-83D3-BBE554E948CF}" srcOrd="0" destOrd="0" parTransId="{8CD9A919-2EFB-4766-AD02-858690E0C523}" sibTransId="{DA44480E-8707-495C-ADFA-F70D53E8E077}"/>
    <dgm:cxn modelId="{EBF7FBA4-44C5-4CA8-B8A3-8C9FE31590ED}" type="presOf" srcId="{68D68DFE-87A3-4908-99DD-9159B2CCD9BC}" destId="{3E95545A-CEA9-4D20-A1FA-CC801C14A30A}" srcOrd="0" destOrd="0" presId="urn:microsoft.com/office/officeart/2018/5/layout/IconCircleLabelList"/>
    <dgm:cxn modelId="{88056CB0-F798-4BB8-BCF2-AB0181FD14A4}" type="presOf" srcId="{9C983F74-3F28-4254-92B0-2200A41FE577}" destId="{D8871CE1-C5B1-48C9-805E-690C0D6B7677}" srcOrd="0" destOrd="0" presId="urn:microsoft.com/office/officeart/2018/5/layout/IconCircleLabelList"/>
    <dgm:cxn modelId="{A7CE69BD-BB95-4DAA-996F-9B217E368EFA}" type="presOf" srcId="{DD94CC29-E4EB-432C-8B7C-CD92681827E9}" destId="{F353C87D-B5C9-446C-AE83-FE5C66D3E909}" srcOrd="0" destOrd="0" presId="urn:microsoft.com/office/officeart/2018/5/layout/IconCircleLabelList"/>
    <dgm:cxn modelId="{B37F74C0-615B-43F2-ACF9-61723406BCD7}" srcId="{68D68DFE-87A3-4908-99DD-9159B2CCD9BC}" destId="{DD94CC29-E4EB-432C-8B7C-CD92681827E9}" srcOrd="2" destOrd="0" parTransId="{21666603-BD3A-4FDC-9FEB-269D872C08CC}" sibTransId="{BCB9687C-746E-4121-BB41-EEFF569D943F}"/>
    <dgm:cxn modelId="{310E25C7-21D1-4115-B9F2-1101E5F09ACF}" type="presOf" srcId="{856DF6C3-3575-4199-83D3-BBE554E948CF}" destId="{AEFA787D-D48D-4712-855D-E6164C542173}" srcOrd="0" destOrd="0" presId="urn:microsoft.com/office/officeart/2018/5/layout/IconCircleLabelList"/>
    <dgm:cxn modelId="{3FEF6BD8-B51C-48E8-AA0C-6A6796097A17}" srcId="{68D68DFE-87A3-4908-99DD-9159B2CCD9BC}" destId="{EE9FAB54-D207-4EFF-A109-2F4B4A9B9A69}" srcOrd="3" destOrd="0" parTransId="{DFDD41C1-D538-4A91-BD35-EE94EDABBBD3}" sibTransId="{169875D1-C425-42F8-8DC2-F5FE3D38EA1E}"/>
    <dgm:cxn modelId="{C904B0DE-57A9-4005-896B-8F8B3B204FCE}" type="presOf" srcId="{EE9FAB54-D207-4EFF-A109-2F4B4A9B9A69}" destId="{DC069DD1-61AD-43C8-AD65-E5204883BA4F}" srcOrd="0" destOrd="0" presId="urn:microsoft.com/office/officeart/2018/5/layout/IconCircleLabelList"/>
    <dgm:cxn modelId="{B77C40F2-7AED-4935-8990-D4EB0471941A}" srcId="{68D68DFE-87A3-4908-99DD-9159B2CCD9BC}" destId="{9C983F74-3F28-4254-92B0-2200A41FE577}" srcOrd="1" destOrd="0" parTransId="{BE19FA1F-1806-4959-9BFB-D73F4FB9118F}" sibTransId="{327E6E13-BAC2-482B-91C1-3CAA632DF0A5}"/>
    <dgm:cxn modelId="{E4BB666F-6B13-44DF-9FAA-C9DC05FB92AC}" type="presParOf" srcId="{3E95545A-CEA9-4D20-A1FA-CC801C14A30A}" destId="{3143CF55-9475-45F2-9ED4-6005166F52DB}" srcOrd="0" destOrd="0" presId="urn:microsoft.com/office/officeart/2018/5/layout/IconCircleLabelList"/>
    <dgm:cxn modelId="{712D29EB-68F4-42BC-8256-9E523A288E7A}" type="presParOf" srcId="{3143CF55-9475-45F2-9ED4-6005166F52DB}" destId="{74262FBD-2CAC-4784-AE4F-6C4A79D265D5}" srcOrd="0" destOrd="0" presId="urn:microsoft.com/office/officeart/2018/5/layout/IconCircleLabelList"/>
    <dgm:cxn modelId="{A7AF238B-E2D2-4EC0-BCCC-245ED128F1CF}" type="presParOf" srcId="{3143CF55-9475-45F2-9ED4-6005166F52DB}" destId="{97B1A453-8DA8-49E7-AD82-F04983596594}" srcOrd="1" destOrd="0" presId="urn:microsoft.com/office/officeart/2018/5/layout/IconCircleLabelList"/>
    <dgm:cxn modelId="{818A2203-DF10-43B9-A784-D3F34676D230}" type="presParOf" srcId="{3143CF55-9475-45F2-9ED4-6005166F52DB}" destId="{9BF52EF5-E294-42EA-AE1F-7301419196CD}" srcOrd="2" destOrd="0" presId="urn:microsoft.com/office/officeart/2018/5/layout/IconCircleLabelList"/>
    <dgm:cxn modelId="{2243D474-AC0D-4ACB-82B5-B23FD3EA765F}" type="presParOf" srcId="{3143CF55-9475-45F2-9ED4-6005166F52DB}" destId="{AEFA787D-D48D-4712-855D-E6164C542173}" srcOrd="3" destOrd="0" presId="urn:microsoft.com/office/officeart/2018/5/layout/IconCircleLabelList"/>
    <dgm:cxn modelId="{B040914C-F454-4FFC-B3C0-A90DE14781EF}" type="presParOf" srcId="{3E95545A-CEA9-4D20-A1FA-CC801C14A30A}" destId="{9287C57D-2242-4C6B-A61C-0B8FA7344656}" srcOrd="1" destOrd="0" presId="urn:microsoft.com/office/officeart/2018/5/layout/IconCircleLabelList"/>
    <dgm:cxn modelId="{AF13CDE0-DF30-49CE-8235-0DA6B82EF4FD}" type="presParOf" srcId="{3E95545A-CEA9-4D20-A1FA-CC801C14A30A}" destId="{34C5EAA6-90FD-4C21-801A-6AECB06043C7}" srcOrd="2" destOrd="0" presId="urn:microsoft.com/office/officeart/2018/5/layout/IconCircleLabelList"/>
    <dgm:cxn modelId="{08D2AA55-3FBE-482F-A65C-0CD00FB4FBBA}" type="presParOf" srcId="{34C5EAA6-90FD-4C21-801A-6AECB06043C7}" destId="{CFEA644A-9674-4C20-BBE0-FC315D7B64FB}" srcOrd="0" destOrd="0" presId="urn:microsoft.com/office/officeart/2018/5/layout/IconCircleLabelList"/>
    <dgm:cxn modelId="{45A3FC23-3FD0-401C-B93F-5A627968C8B7}" type="presParOf" srcId="{34C5EAA6-90FD-4C21-801A-6AECB06043C7}" destId="{E2AF86D8-1F63-4404-913A-2FD45435DF03}" srcOrd="1" destOrd="0" presId="urn:microsoft.com/office/officeart/2018/5/layout/IconCircleLabelList"/>
    <dgm:cxn modelId="{512E0C48-5405-4EE4-9A64-569A115DFD09}" type="presParOf" srcId="{34C5EAA6-90FD-4C21-801A-6AECB06043C7}" destId="{EE35A59F-9A81-43CD-9A27-AE8F8E6FCEEF}" srcOrd="2" destOrd="0" presId="urn:microsoft.com/office/officeart/2018/5/layout/IconCircleLabelList"/>
    <dgm:cxn modelId="{B8C5F1C3-8E2E-46B3-9C4D-5B933B0E7A36}" type="presParOf" srcId="{34C5EAA6-90FD-4C21-801A-6AECB06043C7}" destId="{D8871CE1-C5B1-48C9-805E-690C0D6B7677}" srcOrd="3" destOrd="0" presId="urn:microsoft.com/office/officeart/2018/5/layout/IconCircleLabelList"/>
    <dgm:cxn modelId="{67D0A663-85DD-4965-BC71-11C7267667C4}" type="presParOf" srcId="{3E95545A-CEA9-4D20-A1FA-CC801C14A30A}" destId="{353F4090-7565-4B1C-9D50-6740B1D8C919}" srcOrd="3" destOrd="0" presId="urn:microsoft.com/office/officeart/2018/5/layout/IconCircleLabelList"/>
    <dgm:cxn modelId="{7312005A-D998-4F97-8026-10EE45E60B59}" type="presParOf" srcId="{3E95545A-CEA9-4D20-A1FA-CC801C14A30A}" destId="{85247D14-DC40-486B-850D-E0D935BC08FE}" srcOrd="4" destOrd="0" presId="urn:microsoft.com/office/officeart/2018/5/layout/IconCircleLabelList"/>
    <dgm:cxn modelId="{B4CCB731-802E-43BF-A5D9-B95FB45AD962}" type="presParOf" srcId="{85247D14-DC40-486B-850D-E0D935BC08FE}" destId="{298964D4-1705-4E68-BBED-9BD5BDDB1F17}" srcOrd="0" destOrd="0" presId="urn:microsoft.com/office/officeart/2018/5/layout/IconCircleLabelList"/>
    <dgm:cxn modelId="{324D91B8-6842-4F5A-A84A-7B06460DE4B9}" type="presParOf" srcId="{85247D14-DC40-486B-850D-E0D935BC08FE}" destId="{24D3597F-246B-4F59-8ABF-D85A790CABEB}" srcOrd="1" destOrd="0" presId="urn:microsoft.com/office/officeart/2018/5/layout/IconCircleLabelList"/>
    <dgm:cxn modelId="{C644E36F-19DB-4FAD-A7B7-B5407ACF297C}" type="presParOf" srcId="{85247D14-DC40-486B-850D-E0D935BC08FE}" destId="{51F63312-F139-4DDE-9B36-62B69DA8E0AB}" srcOrd="2" destOrd="0" presId="urn:microsoft.com/office/officeart/2018/5/layout/IconCircleLabelList"/>
    <dgm:cxn modelId="{2DA36483-927D-4BDF-BCF3-A62BCAC8D37D}" type="presParOf" srcId="{85247D14-DC40-486B-850D-E0D935BC08FE}" destId="{F353C87D-B5C9-446C-AE83-FE5C66D3E909}" srcOrd="3" destOrd="0" presId="urn:microsoft.com/office/officeart/2018/5/layout/IconCircleLabelList"/>
    <dgm:cxn modelId="{4E3CD6CE-5216-4197-A580-AC7991ED88A1}" type="presParOf" srcId="{3E95545A-CEA9-4D20-A1FA-CC801C14A30A}" destId="{9AC3D432-4545-490F-8A6C-3BED9984D95F}" srcOrd="5" destOrd="0" presId="urn:microsoft.com/office/officeart/2018/5/layout/IconCircleLabelList"/>
    <dgm:cxn modelId="{CAE89622-3515-42A5-A904-017F8CB8657F}" type="presParOf" srcId="{3E95545A-CEA9-4D20-A1FA-CC801C14A30A}" destId="{BB67D4A0-C6E3-42F7-9CDB-3C2E024CE843}" srcOrd="6" destOrd="0" presId="urn:microsoft.com/office/officeart/2018/5/layout/IconCircleLabelList"/>
    <dgm:cxn modelId="{ECC256E6-9E10-4A4D-AEA4-35D1469E8202}" type="presParOf" srcId="{BB67D4A0-C6E3-42F7-9CDB-3C2E024CE843}" destId="{FF123B74-E8FC-4E52-A475-F95675BF3753}" srcOrd="0" destOrd="0" presId="urn:microsoft.com/office/officeart/2018/5/layout/IconCircleLabelList"/>
    <dgm:cxn modelId="{60EF8018-5A3B-4827-8148-C7D94F5B2C82}" type="presParOf" srcId="{BB67D4A0-C6E3-42F7-9CDB-3C2E024CE843}" destId="{B2B1CEEE-0CCF-4B04-9997-3294DDB6629D}" srcOrd="1" destOrd="0" presId="urn:microsoft.com/office/officeart/2018/5/layout/IconCircleLabelList"/>
    <dgm:cxn modelId="{9894FA77-44E2-4665-A526-D0FB910F1856}" type="presParOf" srcId="{BB67D4A0-C6E3-42F7-9CDB-3C2E024CE843}" destId="{EB52AC3F-B29E-4929-BA47-D48569D4F9EE}" srcOrd="2" destOrd="0" presId="urn:microsoft.com/office/officeart/2018/5/layout/IconCircleLabelList"/>
    <dgm:cxn modelId="{338B736C-1318-4F64-96AC-7412124D2991}" type="presParOf" srcId="{BB67D4A0-C6E3-42F7-9CDB-3C2E024CE843}" destId="{DC069DD1-61AD-43C8-AD65-E5204883BA4F}" srcOrd="3" destOrd="0" presId="urn:microsoft.com/office/officeart/2018/5/layout/IconCircleLabelList"/>
    <dgm:cxn modelId="{EF39C01F-9FF9-4ECA-8161-1F3F2138D63A}" type="presParOf" srcId="{3E95545A-CEA9-4D20-A1FA-CC801C14A30A}" destId="{949830B3-D399-46A1-AEF0-9E844D737603}" srcOrd="7" destOrd="0" presId="urn:microsoft.com/office/officeart/2018/5/layout/IconCircleLabelList"/>
    <dgm:cxn modelId="{AB600C92-B932-49AE-8AFD-F23BF5888801}" type="presParOf" srcId="{3E95545A-CEA9-4D20-A1FA-CC801C14A30A}" destId="{FC6D8B34-A64A-4118-8294-19DF6322188A}" srcOrd="8" destOrd="0" presId="urn:microsoft.com/office/officeart/2018/5/layout/IconCircleLabelList"/>
    <dgm:cxn modelId="{8A36D92C-1BEF-455E-A49A-F1D70318C0F1}" type="presParOf" srcId="{FC6D8B34-A64A-4118-8294-19DF6322188A}" destId="{CA745B4A-19E7-41FC-9747-68AF3F2C6C68}" srcOrd="0" destOrd="0" presId="urn:microsoft.com/office/officeart/2018/5/layout/IconCircleLabelList"/>
    <dgm:cxn modelId="{2380C097-3C99-45BB-9851-31590DFC5D92}" type="presParOf" srcId="{FC6D8B34-A64A-4118-8294-19DF6322188A}" destId="{ECC661F1-65BD-4AF9-BE5A-DF5FE23FC3E8}" srcOrd="1" destOrd="0" presId="urn:microsoft.com/office/officeart/2018/5/layout/IconCircleLabelList"/>
    <dgm:cxn modelId="{74688BA5-576D-400E-B9B6-28789ACD6E98}" type="presParOf" srcId="{FC6D8B34-A64A-4118-8294-19DF6322188A}" destId="{247B6E1B-559D-4FFB-BEA9-2C1470601658}" srcOrd="2" destOrd="0" presId="urn:microsoft.com/office/officeart/2018/5/layout/IconCircleLabelList"/>
    <dgm:cxn modelId="{310337AE-4555-4DAB-B33B-2BD0AB4BBDE1}" type="presParOf" srcId="{FC6D8B34-A64A-4118-8294-19DF6322188A}" destId="{9268461C-775E-4795-8C76-AF11980F90E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D379F55-4ED1-4F18-84B8-BB6BD589941C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3F46D6F9-C3C9-4143-AE37-7D75DDC7877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000" b="1" dirty="0"/>
            <a:t>What are Government policies ?</a:t>
          </a:r>
          <a:endParaRPr lang="en-US" sz="2000" b="1" dirty="0"/>
        </a:p>
      </dgm:t>
    </dgm:pt>
    <dgm:pt modelId="{FD44ABFF-523C-4AC4-A6FB-2199D56183B1}" type="parTrans" cxnId="{606FE916-4CD9-4A74-BCE9-69E11ED82D50}">
      <dgm:prSet/>
      <dgm:spPr/>
      <dgm:t>
        <a:bodyPr/>
        <a:lstStyle/>
        <a:p>
          <a:endParaRPr lang="en-US" sz="4400" b="1"/>
        </a:p>
      </dgm:t>
    </dgm:pt>
    <dgm:pt modelId="{78485958-F70B-4277-B5BD-C9B25109F9E0}" type="sibTrans" cxnId="{606FE916-4CD9-4A74-BCE9-69E11ED82D50}">
      <dgm:prSet/>
      <dgm:spPr/>
      <dgm:t>
        <a:bodyPr/>
        <a:lstStyle/>
        <a:p>
          <a:pPr>
            <a:lnSpc>
              <a:spcPct val="100000"/>
            </a:lnSpc>
          </a:pPr>
          <a:endParaRPr lang="en-US" sz="2800" b="1"/>
        </a:p>
      </dgm:t>
    </dgm:pt>
    <dgm:pt modelId="{13472467-FF00-4508-9037-23AD9CC281F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000" b="1"/>
            <a:t>What difficulties did you face while surveying the problem?</a:t>
          </a:r>
          <a:endParaRPr lang="en-US" sz="2000" b="1"/>
        </a:p>
      </dgm:t>
    </dgm:pt>
    <dgm:pt modelId="{6ACD62BD-4855-4EB7-875B-62863A1F2204}" type="parTrans" cxnId="{71924ADB-8201-4BD2-90EA-84113A813BF2}">
      <dgm:prSet/>
      <dgm:spPr/>
      <dgm:t>
        <a:bodyPr/>
        <a:lstStyle/>
        <a:p>
          <a:endParaRPr lang="en-US" sz="4400" b="1"/>
        </a:p>
      </dgm:t>
    </dgm:pt>
    <dgm:pt modelId="{2322C3CC-F78C-4A18-B235-8D71F3C26DE9}" type="sibTrans" cxnId="{71924ADB-8201-4BD2-90EA-84113A813BF2}">
      <dgm:prSet/>
      <dgm:spPr/>
      <dgm:t>
        <a:bodyPr/>
        <a:lstStyle/>
        <a:p>
          <a:pPr>
            <a:lnSpc>
              <a:spcPct val="100000"/>
            </a:lnSpc>
          </a:pPr>
          <a:endParaRPr lang="en-US" sz="2800" b="1"/>
        </a:p>
      </dgm:t>
    </dgm:pt>
    <dgm:pt modelId="{7AA10216-2182-4849-B2B3-4E6C4CA35C8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000" b="1"/>
            <a:t>How do we know if the topic is researchable and relevant?</a:t>
          </a:r>
          <a:endParaRPr lang="en-US" sz="2000" b="1"/>
        </a:p>
      </dgm:t>
    </dgm:pt>
    <dgm:pt modelId="{9DDA2BD6-99D4-4DA4-A102-2F8D16CCA066}" type="parTrans" cxnId="{DDFD1E82-79F0-4E2D-A261-BC97FF830E9E}">
      <dgm:prSet/>
      <dgm:spPr/>
      <dgm:t>
        <a:bodyPr/>
        <a:lstStyle/>
        <a:p>
          <a:endParaRPr lang="en-US" sz="4400" b="1"/>
        </a:p>
      </dgm:t>
    </dgm:pt>
    <dgm:pt modelId="{915BBA7C-79DF-468D-BD29-54C3932AA299}" type="sibTrans" cxnId="{DDFD1E82-79F0-4E2D-A261-BC97FF830E9E}">
      <dgm:prSet/>
      <dgm:spPr/>
      <dgm:t>
        <a:bodyPr/>
        <a:lstStyle/>
        <a:p>
          <a:pPr>
            <a:lnSpc>
              <a:spcPct val="100000"/>
            </a:lnSpc>
          </a:pPr>
          <a:endParaRPr lang="en-US" sz="2800" b="1"/>
        </a:p>
      </dgm:t>
    </dgm:pt>
    <dgm:pt modelId="{AF4BBCE2-DF1F-4353-8354-B9FA9B983AF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000" b="1"/>
            <a:t>Is selected topic related to our practical experiments or field work?</a:t>
          </a:r>
          <a:endParaRPr lang="en-US" sz="2000" b="1"/>
        </a:p>
      </dgm:t>
    </dgm:pt>
    <dgm:pt modelId="{9316A5A8-767A-457A-BCBE-E39E69B19F34}" type="parTrans" cxnId="{B54A34BD-6CAE-4AD4-A4DE-2B9C41565108}">
      <dgm:prSet/>
      <dgm:spPr/>
      <dgm:t>
        <a:bodyPr/>
        <a:lstStyle/>
        <a:p>
          <a:endParaRPr lang="en-US" sz="4400" b="1"/>
        </a:p>
      </dgm:t>
    </dgm:pt>
    <dgm:pt modelId="{55FE34A0-945C-4921-AD10-6F8276549494}" type="sibTrans" cxnId="{B54A34BD-6CAE-4AD4-A4DE-2B9C41565108}">
      <dgm:prSet/>
      <dgm:spPr/>
      <dgm:t>
        <a:bodyPr/>
        <a:lstStyle/>
        <a:p>
          <a:pPr>
            <a:lnSpc>
              <a:spcPct val="100000"/>
            </a:lnSpc>
          </a:pPr>
          <a:endParaRPr lang="en-US" sz="2800" b="1"/>
        </a:p>
      </dgm:t>
    </dgm:pt>
    <dgm:pt modelId="{BD414702-B8E3-4099-833C-8A696D422E3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000" b="1"/>
            <a:t>How narrow or broad should the research topic be?</a:t>
          </a:r>
          <a:endParaRPr lang="en-US" sz="2000" b="1"/>
        </a:p>
      </dgm:t>
    </dgm:pt>
    <dgm:pt modelId="{2CBC9CC3-D064-4519-8044-D62A4B4B3084}" type="parTrans" cxnId="{5DBD3955-0DE9-46F1-AA9E-9652FB9980B7}">
      <dgm:prSet/>
      <dgm:spPr/>
      <dgm:t>
        <a:bodyPr/>
        <a:lstStyle/>
        <a:p>
          <a:endParaRPr lang="en-US" sz="4400" b="1"/>
        </a:p>
      </dgm:t>
    </dgm:pt>
    <dgm:pt modelId="{94CAB861-D986-4811-AC27-99D23739953E}" type="sibTrans" cxnId="{5DBD3955-0DE9-46F1-AA9E-9652FB9980B7}">
      <dgm:prSet/>
      <dgm:spPr/>
      <dgm:t>
        <a:bodyPr/>
        <a:lstStyle/>
        <a:p>
          <a:pPr>
            <a:lnSpc>
              <a:spcPct val="100000"/>
            </a:lnSpc>
          </a:pPr>
          <a:endParaRPr lang="en-US" sz="2800" b="1"/>
        </a:p>
      </dgm:t>
    </dgm:pt>
    <dgm:pt modelId="{85BCBB99-CD47-404C-9D4D-811BFEA019D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000" b="1"/>
            <a:t>What are the challenges and opportunities in plastic waste management?</a:t>
          </a:r>
          <a:endParaRPr lang="en-US" sz="2000" b="1"/>
        </a:p>
      </dgm:t>
    </dgm:pt>
    <dgm:pt modelId="{C5B30404-CA2D-48E8-8441-44A337329B26}" type="parTrans" cxnId="{81CF7918-C43E-4D45-BE9D-057DF3E8E6CB}">
      <dgm:prSet/>
      <dgm:spPr/>
      <dgm:t>
        <a:bodyPr/>
        <a:lstStyle/>
        <a:p>
          <a:endParaRPr lang="en-US" sz="4400" b="1"/>
        </a:p>
      </dgm:t>
    </dgm:pt>
    <dgm:pt modelId="{B9103126-D35E-43A4-A949-486418CA6880}" type="sibTrans" cxnId="{81CF7918-C43E-4D45-BE9D-057DF3E8E6CB}">
      <dgm:prSet/>
      <dgm:spPr/>
      <dgm:t>
        <a:bodyPr/>
        <a:lstStyle/>
        <a:p>
          <a:endParaRPr lang="en-US" sz="2800" b="1"/>
        </a:p>
      </dgm:t>
    </dgm:pt>
    <dgm:pt modelId="{877BD3CD-A0D4-4517-8822-52D3C95B4FB2}" type="pres">
      <dgm:prSet presAssocID="{1D379F55-4ED1-4F18-84B8-BB6BD589941C}" presName="root" presStyleCnt="0">
        <dgm:presLayoutVars>
          <dgm:dir/>
          <dgm:resizeHandles val="exact"/>
        </dgm:presLayoutVars>
      </dgm:prSet>
      <dgm:spPr/>
    </dgm:pt>
    <dgm:pt modelId="{D9401C1B-13E3-4EBE-AAE3-75FF6D925A93}" type="pres">
      <dgm:prSet presAssocID="{1D379F55-4ED1-4F18-84B8-BB6BD589941C}" presName="container" presStyleCnt="0">
        <dgm:presLayoutVars>
          <dgm:dir/>
          <dgm:resizeHandles val="exact"/>
        </dgm:presLayoutVars>
      </dgm:prSet>
      <dgm:spPr/>
    </dgm:pt>
    <dgm:pt modelId="{72781CB9-B5CB-4D15-8EEC-3708D8C26E24}" type="pres">
      <dgm:prSet presAssocID="{3F46D6F9-C3C9-4143-AE37-7D75DDC7877C}" presName="compNode" presStyleCnt="0"/>
      <dgm:spPr/>
    </dgm:pt>
    <dgm:pt modelId="{FDFFAE9B-EB74-46F8-92A4-E535DE6FF602}" type="pres">
      <dgm:prSet presAssocID="{3F46D6F9-C3C9-4143-AE37-7D75DDC7877C}" presName="iconBgRect" presStyleLbl="bgShp" presStyleIdx="0" presStyleCnt="6"/>
      <dgm:spPr/>
    </dgm:pt>
    <dgm:pt modelId="{B4AA7BD1-6D6E-4F8E-8D39-60CDAC8F669F}" type="pres">
      <dgm:prSet presAssocID="{3F46D6F9-C3C9-4143-AE37-7D75DDC7877C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9DFEDF57-F409-497A-8443-A1E205F4D525}" type="pres">
      <dgm:prSet presAssocID="{3F46D6F9-C3C9-4143-AE37-7D75DDC7877C}" presName="spaceRect" presStyleCnt="0"/>
      <dgm:spPr/>
    </dgm:pt>
    <dgm:pt modelId="{E25A5650-0CA9-41F5-A322-C6102E7E6791}" type="pres">
      <dgm:prSet presAssocID="{3F46D6F9-C3C9-4143-AE37-7D75DDC7877C}" presName="textRect" presStyleLbl="revTx" presStyleIdx="0" presStyleCnt="6">
        <dgm:presLayoutVars>
          <dgm:chMax val="1"/>
          <dgm:chPref val="1"/>
        </dgm:presLayoutVars>
      </dgm:prSet>
      <dgm:spPr/>
    </dgm:pt>
    <dgm:pt modelId="{069102A5-C838-465F-B233-3BEB098B9532}" type="pres">
      <dgm:prSet presAssocID="{78485958-F70B-4277-B5BD-C9B25109F9E0}" presName="sibTrans" presStyleLbl="sibTrans2D1" presStyleIdx="0" presStyleCnt="0"/>
      <dgm:spPr/>
    </dgm:pt>
    <dgm:pt modelId="{9E1ED46F-CA1B-4DBF-BAC1-40F639BA3CDD}" type="pres">
      <dgm:prSet presAssocID="{13472467-FF00-4508-9037-23AD9CC281FF}" presName="compNode" presStyleCnt="0"/>
      <dgm:spPr/>
    </dgm:pt>
    <dgm:pt modelId="{642B03A4-6192-4423-9DA8-AB8FE01E5E72}" type="pres">
      <dgm:prSet presAssocID="{13472467-FF00-4508-9037-23AD9CC281FF}" presName="iconBgRect" presStyleLbl="bgShp" presStyleIdx="1" presStyleCnt="6"/>
      <dgm:spPr/>
    </dgm:pt>
    <dgm:pt modelId="{09F66EDA-6180-4CD5-A367-AFF691ECD972}" type="pres">
      <dgm:prSet presAssocID="{13472467-FF00-4508-9037-23AD9CC281FF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BEFF9CD-B72A-4BA7-A4B6-AE6046B1B435}" type="pres">
      <dgm:prSet presAssocID="{13472467-FF00-4508-9037-23AD9CC281FF}" presName="spaceRect" presStyleCnt="0"/>
      <dgm:spPr/>
    </dgm:pt>
    <dgm:pt modelId="{1E140612-107E-4FAF-8292-2B71CC283D99}" type="pres">
      <dgm:prSet presAssocID="{13472467-FF00-4508-9037-23AD9CC281FF}" presName="textRect" presStyleLbl="revTx" presStyleIdx="1" presStyleCnt="6">
        <dgm:presLayoutVars>
          <dgm:chMax val="1"/>
          <dgm:chPref val="1"/>
        </dgm:presLayoutVars>
      </dgm:prSet>
      <dgm:spPr/>
    </dgm:pt>
    <dgm:pt modelId="{ADE3F9B9-1C5A-47F2-96DF-FEDF0C7DFD77}" type="pres">
      <dgm:prSet presAssocID="{2322C3CC-F78C-4A18-B235-8D71F3C26DE9}" presName="sibTrans" presStyleLbl="sibTrans2D1" presStyleIdx="0" presStyleCnt="0"/>
      <dgm:spPr/>
    </dgm:pt>
    <dgm:pt modelId="{58E8A281-6187-4AE3-A08F-F1B2F704CC1F}" type="pres">
      <dgm:prSet presAssocID="{7AA10216-2182-4849-B2B3-4E6C4CA35C87}" presName="compNode" presStyleCnt="0"/>
      <dgm:spPr/>
    </dgm:pt>
    <dgm:pt modelId="{1F2FF4E4-039E-4823-ACA5-B4CD0A3E4F59}" type="pres">
      <dgm:prSet presAssocID="{7AA10216-2182-4849-B2B3-4E6C4CA35C87}" presName="iconBgRect" presStyleLbl="bgShp" presStyleIdx="2" presStyleCnt="6"/>
      <dgm:spPr/>
    </dgm:pt>
    <dgm:pt modelId="{79C1BD24-32C8-4F0C-B4F9-54AC7457072B}" type="pres">
      <dgm:prSet presAssocID="{7AA10216-2182-4849-B2B3-4E6C4CA35C87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A9E7D5EB-C652-4479-9F63-9DC3E2A382DD}" type="pres">
      <dgm:prSet presAssocID="{7AA10216-2182-4849-B2B3-4E6C4CA35C87}" presName="spaceRect" presStyleCnt="0"/>
      <dgm:spPr/>
    </dgm:pt>
    <dgm:pt modelId="{4552D9FC-0644-4CC2-B1CE-2D075685B0E6}" type="pres">
      <dgm:prSet presAssocID="{7AA10216-2182-4849-B2B3-4E6C4CA35C87}" presName="textRect" presStyleLbl="revTx" presStyleIdx="2" presStyleCnt="6">
        <dgm:presLayoutVars>
          <dgm:chMax val="1"/>
          <dgm:chPref val="1"/>
        </dgm:presLayoutVars>
      </dgm:prSet>
      <dgm:spPr/>
    </dgm:pt>
    <dgm:pt modelId="{6B0ED99B-4E6D-41B8-9381-FB8105FAA53D}" type="pres">
      <dgm:prSet presAssocID="{915BBA7C-79DF-468D-BD29-54C3932AA299}" presName="sibTrans" presStyleLbl="sibTrans2D1" presStyleIdx="0" presStyleCnt="0"/>
      <dgm:spPr/>
    </dgm:pt>
    <dgm:pt modelId="{3B89FFD5-A413-43DC-83C6-67775F39C831}" type="pres">
      <dgm:prSet presAssocID="{AF4BBCE2-DF1F-4353-8354-B9FA9B983AF8}" presName="compNode" presStyleCnt="0"/>
      <dgm:spPr/>
    </dgm:pt>
    <dgm:pt modelId="{A2A25111-82C5-40BE-97EE-DBE6AFF15012}" type="pres">
      <dgm:prSet presAssocID="{AF4BBCE2-DF1F-4353-8354-B9FA9B983AF8}" presName="iconBgRect" presStyleLbl="bgShp" presStyleIdx="3" presStyleCnt="6"/>
      <dgm:spPr/>
    </dgm:pt>
    <dgm:pt modelId="{121EE5F0-B048-499A-BF64-26F469BAF39E}" type="pres">
      <dgm:prSet presAssocID="{AF4BBCE2-DF1F-4353-8354-B9FA9B983AF8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F7BA6DF5-EB39-43BC-9DC8-CB08F2FF96B1}" type="pres">
      <dgm:prSet presAssocID="{AF4BBCE2-DF1F-4353-8354-B9FA9B983AF8}" presName="spaceRect" presStyleCnt="0"/>
      <dgm:spPr/>
    </dgm:pt>
    <dgm:pt modelId="{045EC339-1F90-4108-95E5-5E13E930FBE0}" type="pres">
      <dgm:prSet presAssocID="{AF4BBCE2-DF1F-4353-8354-B9FA9B983AF8}" presName="textRect" presStyleLbl="revTx" presStyleIdx="3" presStyleCnt="6">
        <dgm:presLayoutVars>
          <dgm:chMax val="1"/>
          <dgm:chPref val="1"/>
        </dgm:presLayoutVars>
      </dgm:prSet>
      <dgm:spPr/>
    </dgm:pt>
    <dgm:pt modelId="{61CD4FD9-8446-488C-91C8-1C70EB567780}" type="pres">
      <dgm:prSet presAssocID="{55FE34A0-945C-4921-AD10-6F8276549494}" presName="sibTrans" presStyleLbl="sibTrans2D1" presStyleIdx="0" presStyleCnt="0"/>
      <dgm:spPr/>
    </dgm:pt>
    <dgm:pt modelId="{B596AAB8-1B9F-40B2-9E37-D99C7E01BBBC}" type="pres">
      <dgm:prSet presAssocID="{BD414702-B8E3-4099-833C-8A696D422E32}" presName="compNode" presStyleCnt="0"/>
      <dgm:spPr/>
    </dgm:pt>
    <dgm:pt modelId="{C83EB05A-9D77-4D58-BB9E-61C695DFF922}" type="pres">
      <dgm:prSet presAssocID="{BD414702-B8E3-4099-833C-8A696D422E32}" presName="iconBgRect" presStyleLbl="bgShp" presStyleIdx="4" presStyleCnt="6"/>
      <dgm:spPr/>
    </dgm:pt>
    <dgm:pt modelId="{68AF91DA-940B-4862-8AA5-03927B9BCD22}" type="pres">
      <dgm:prSet presAssocID="{BD414702-B8E3-4099-833C-8A696D422E32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03D42439-8D10-4A10-BE1B-0976EE03C282}" type="pres">
      <dgm:prSet presAssocID="{BD414702-B8E3-4099-833C-8A696D422E32}" presName="spaceRect" presStyleCnt="0"/>
      <dgm:spPr/>
    </dgm:pt>
    <dgm:pt modelId="{5D203CD7-B850-45E9-A1D3-D47B81AF3F93}" type="pres">
      <dgm:prSet presAssocID="{BD414702-B8E3-4099-833C-8A696D422E32}" presName="textRect" presStyleLbl="revTx" presStyleIdx="4" presStyleCnt="6">
        <dgm:presLayoutVars>
          <dgm:chMax val="1"/>
          <dgm:chPref val="1"/>
        </dgm:presLayoutVars>
      </dgm:prSet>
      <dgm:spPr/>
    </dgm:pt>
    <dgm:pt modelId="{52779975-12C1-4043-AD40-70771EDC5703}" type="pres">
      <dgm:prSet presAssocID="{94CAB861-D986-4811-AC27-99D23739953E}" presName="sibTrans" presStyleLbl="sibTrans2D1" presStyleIdx="0" presStyleCnt="0"/>
      <dgm:spPr/>
    </dgm:pt>
    <dgm:pt modelId="{1B5D3BD5-6905-4C74-9C39-ED725143B257}" type="pres">
      <dgm:prSet presAssocID="{85BCBB99-CD47-404C-9D4D-811BFEA019D0}" presName="compNode" presStyleCnt="0"/>
      <dgm:spPr/>
    </dgm:pt>
    <dgm:pt modelId="{1F0FFCCE-C9DE-4B68-97F2-9E38089A8242}" type="pres">
      <dgm:prSet presAssocID="{85BCBB99-CD47-404C-9D4D-811BFEA019D0}" presName="iconBgRect" presStyleLbl="bgShp" presStyleIdx="5" presStyleCnt="6"/>
      <dgm:spPr/>
    </dgm:pt>
    <dgm:pt modelId="{3DD77999-1391-43BC-B463-42AD0552DC23}" type="pres">
      <dgm:prSet presAssocID="{85BCBB99-CD47-404C-9D4D-811BFEA019D0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cycle"/>
        </a:ext>
      </dgm:extLst>
    </dgm:pt>
    <dgm:pt modelId="{B0F9C7BE-4178-43C8-B9E1-DF901E5C915E}" type="pres">
      <dgm:prSet presAssocID="{85BCBB99-CD47-404C-9D4D-811BFEA019D0}" presName="spaceRect" presStyleCnt="0"/>
      <dgm:spPr/>
    </dgm:pt>
    <dgm:pt modelId="{C37E3159-91E2-4DF1-9DD8-75F137824187}" type="pres">
      <dgm:prSet presAssocID="{85BCBB99-CD47-404C-9D4D-811BFEA019D0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F8238D07-F746-4976-A709-A4BA3BE62CEE}" type="presOf" srcId="{AF4BBCE2-DF1F-4353-8354-B9FA9B983AF8}" destId="{045EC339-1F90-4108-95E5-5E13E930FBE0}" srcOrd="0" destOrd="0" presId="urn:microsoft.com/office/officeart/2018/2/layout/IconCircleList"/>
    <dgm:cxn modelId="{606FE916-4CD9-4A74-BCE9-69E11ED82D50}" srcId="{1D379F55-4ED1-4F18-84B8-BB6BD589941C}" destId="{3F46D6F9-C3C9-4143-AE37-7D75DDC7877C}" srcOrd="0" destOrd="0" parTransId="{FD44ABFF-523C-4AC4-A6FB-2199D56183B1}" sibTransId="{78485958-F70B-4277-B5BD-C9B25109F9E0}"/>
    <dgm:cxn modelId="{81CF7918-C43E-4D45-BE9D-057DF3E8E6CB}" srcId="{1D379F55-4ED1-4F18-84B8-BB6BD589941C}" destId="{85BCBB99-CD47-404C-9D4D-811BFEA019D0}" srcOrd="5" destOrd="0" parTransId="{C5B30404-CA2D-48E8-8441-44A337329B26}" sibTransId="{B9103126-D35E-43A4-A949-486418CA6880}"/>
    <dgm:cxn modelId="{660A8A2D-ABFF-46BA-A7D8-33D59CFCD4D7}" type="presOf" srcId="{1D379F55-4ED1-4F18-84B8-BB6BD589941C}" destId="{877BD3CD-A0D4-4517-8822-52D3C95B4FB2}" srcOrd="0" destOrd="0" presId="urn:microsoft.com/office/officeart/2018/2/layout/IconCircleList"/>
    <dgm:cxn modelId="{69185934-606C-455A-B4C1-E644A20A80FF}" type="presOf" srcId="{3F46D6F9-C3C9-4143-AE37-7D75DDC7877C}" destId="{E25A5650-0CA9-41F5-A322-C6102E7E6791}" srcOrd="0" destOrd="0" presId="urn:microsoft.com/office/officeart/2018/2/layout/IconCircleList"/>
    <dgm:cxn modelId="{87829D50-FBD8-4634-A74F-24417E0801AD}" type="presOf" srcId="{2322C3CC-F78C-4A18-B235-8D71F3C26DE9}" destId="{ADE3F9B9-1C5A-47F2-96DF-FEDF0C7DFD77}" srcOrd="0" destOrd="0" presId="urn:microsoft.com/office/officeart/2018/2/layout/IconCircleList"/>
    <dgm:cxn modelId="{5DBD3955-0DE9-46F1-AA9E-9652FB9980B7}" srcId="{1D379F55-4ED1-4F18-84B8-BB6BD589941C}" destId="{BD414702-B8E3-4099-833C-8A696D422E32}" srcOrd="4" destOrd="0" parTransId="{2CBC9CC3-D064-4519-8044-D62A4B4B3084}" sibTransId="{94CAB861-D986-4811-AC27-99D23739953E}"/>
    <dgm:cxn modelId="{FE82027B-B525-45C3-94A6-53C77CEF282C}" type="presOf" srcId="{915BBA7C-79DF-468D-BD29-54C3932AA299}" destId="{6B0ED99B-4E6D-41B8-9381-FB8105FAA53D}" srcOrd="0" destOrd="0" presId="urn:microsoft.com/office/officeart/2018/2/layout/IconCircleList"/>
    <dgm:cxn modelId="{DDFD1E82-79F0-4E2D-A261-BC97FF830E9E}" srcId="{1D379F55-4ED1-4F18-84B8-BB6BD589941C}" destId="{7AA10216-2182-4849-B2B3-4E6C4CA35C87}" srcOrd="2" destOrd="0" parTransId="{9DDA2BD6-99D4-4DA4-A102-2F8D16CCA066}" sibTransId="{915BBA7C-79DF-468D-BD29-54C3932AA299}"/>
    <dgm:cxn modelId="{ABCE5D8D-B6FC-4FC9-9C60-B907527F3B6A}" type="presOf" srcId="{55FE34A0-945C-4921-AD10-6F8276549494}" destId="{61CD4FD9-8446-488C-91C8-1C70EB567780}" srcOrd="0" destOrd="0" presId="urn:microsoft.com/office/officeart/2018/2/layout/IconCircleList"/>
    <dgm:cxn modelId="{FA4B8C96-4FB9-40C1-92F4-4F7142437480}" type="presOf" srcId="{7AA10216-2182-4849-B2B3-4E6C4CA35C87}" destId="{4552D9FC-0644-4CC2-B1CE-2D075685B0E6}" srcOrd="0" destOrd="0" presId="urn:microsoft.com/office/officeart/2018/2/layout/IconCircleList"/>
    <dgm:cxn modelId="{DF2F4C97-FBA2-4144-9881-4BBCFA965BE2}" type="presOf" srcId="{BD414702-B8E3-4099-833C-8A696D422E32}" destId="{5D203CD7-B850-45E9-A1D3-D47B81AF3F93}" srcOrd="0" destOrd="0" presId="urn:microsoft.com/office/officeart/2018/2/layout/IconCircleList"/>
    <dgm:cxn modelId="{2E23BBA3-6A42-4A51-A651-1E49D3D16A3D}" type="presOf" srcId="{13472467-FF00-4508-9037-23AD9CC281FF}" destId="{1E140612-107E-4FAF-8292-2B71CC283D99}" srcOrd="0" destOrd="0" presId="urn:microsoft.com/office/officeart/2018/2/layout/IconCircleList"/>
    <dgm:cxn modelId="{CE6798B4-5FA6-42A7-A800-298C3F3B2698}" type="presOf" srcId="{78485958-F70B-4277-B5BD-C9B25109F9E0}" destId="{069102A5-C838-465F-B233-3BEB098B9532}" srcOrd="0" destOrd="0" presId="urn:microsoft.com/office/officeart/2018/2/layout/IconCircleList"/>
    <dgm:cxn modelId="{B54A34BD-6CAE-4AD4-A4DE-2B9C41565108}" srcId="{1D379F55-4ED1-4F18-84B8-BB6BD589941C}" destId="{AF4BBCE2-DF1F-4353-8354-B9FA9B983AF8}" srcOrd="3" destOrd="0" parTransId="{9316A5A8-767A-457A-BCBE-E39E69B19F34}" sibTransId="{55FE34A0-945C-4921-AD10-6F8276549494}"/>
    <dgm:cxn modelId="{71924ADB-8201-4BD2-90EA-84113A813BF2}" srcId="{1D379F55-4ED1-4F18-84B8-BB6BD589941C}" destId="{13472467-FF00-4508-9037-23AD9CC281FF}" srcOrd="1" destOrd="0" parTransId="{6ACD62BD-4855-4EB7-875B-62863A1F2204}" sibTransId="{2322C3CC-F78C-4A18-B235-8D71F3C26DE9}"/>
    <dgm:cxn modelId="{7595A4E4-D592-4AA8-B859-0393177A1785}" type="presOf" srcId="{94CAB861-D986-4811-AC27-99D23739953E}" destId="{52779975-12C1-4043-AD40-70771EDC5703}" srcOrd="0" destOrd="0" presId="urn:microsoft.com/office/officeart/2018/2/layout/IconCircleList"/>
    <dgm:cxn modelId="{DC4429F3-8A11-40A1-AFB7-BD2CB9CD3103}" type="presOf" srcId="{85BCBB99-CD47-404C-9D4D-811BFEA019D0}" destId="{C37E3159-91E2-4DF1-9DD8-75F137824187}" srcOrd="0" destOrd="0" presId="urn:microsoft.com/office/officeart/2018/2/layout/IconCircleList"/>
    <dgm:cxn modelId="{7C45F857-4978-4C5A-8670-21FB809A1CC5}" type="presParOf" srcId="{877BD3CD-A0D4-4517-8822-52D3C95B4FB2}" destId="{D9401C1B-13E3-4EBE-AAE3-75FF6D925A93}" srcOrd="0" destOrd="0" presId="urn:microsoft.com/office/officeart/2018/2/layout/IconCircleList"/>
    <dgm:cxn modelId="{A62A83D4-DBA5-4DFB-A079-93D5AE0AD060}" type="presParOf" srcId="{D9401C1B-13E3-4EBE-AAE3-75FF6D925A93}" destId="{72781CB9-B5CB-4D15-8EEC-3708D8C26E24}" srcOrd="0" destOrd="0" presId="urn:microsoft.com/office/officeart/2018/2/layout/IconCircleList"/>
    <dgm:cxn modelId="{F295E9F1-0A77-4F4E-8671-899F2D3A17D1}" type="presParOf" srcId="{72781CB9-B5CB-4D15-8EEC-3708D8C26E24}" destId="{FDFFAE9B-EB74-46F8-92A4-E535DE6FF602}" srcOrd="0" destOrd="0" presId="urn:microsoft.com/office/officeart/2018/2/layout/IconCircleList"/>
    <dgm:cxn modelId="{297CAF79-332C-4319-BCF5-BE5D54514E8C}" type="presParOf" srcId="{72781CB9-B5CB-4D15-8EEC-3708D8C26E24}" destId="{B4AA7BD1-6D6E-4F8E-8D39-60CDAC8F669F}" srcOrd="1" destOrd="0" presId="urn:microsoft.com/office/officeart/2018/2/layout/IconCircleList"/>
    <dgm:cxn modelId="{87C5292F-C3E9-4DFB-BBE8-2CB6FE70137C}" type="presParOf" srcId="{72781CB9-B5CB-4D15-8EEC-3708D8C26E24}" destId="{9DFEDF57-F409-497A-8443-A1E205F4D525}" srcOrd="2" destOrd="0" presId="urn:microsoft.com/office/officeart/2018/2/layout/IconCircleList"/>
    <dgm:cxn modelId="{2191F8CF-F0A2-4880-8B27-3D89D8CC8800}" type="presParOf" srcId="{72781CB9-B5CB-4D15-8EEC-3708D8C26E24}" destId="{E25A5650-0CA9-41F5-A322-C6102E7E6791}" srcOrd="3" destOrd="0" presId="urn:microsoft.com/office/officeart/2018/2/layout/IconCircleList"/>
    <dgm:cxn modelId="{6A224AAE-FACA-46AE-9ECB-002FB4901218}" type="presParOf" srcId="{D9401C1B-13E3-4EBE-AAE3-75FF6D925A93}" destId="{069102A5-C838-465F-B233-3BEB098B9532}" srcOrd="1" destOrd="0" presId="urn:microsoft.com/office/officeart/2018/2/layout/IconCircleList"/>
    <dgm:cxn modelId="{72DF9E59-C824-4AB6-AA57-1F4A18C46E40}" type="presParOf" srcId="{D9401C1B-13E3-4EBE-AAE3-75FF6D925A93}" destId="{9E1ED46F-CA1B-4DBF-BAC1-40F639BA3CDD}" srcOrd="2" destOrd="0" presId="urn:microsoft.com/office/officeart/2018/2/layout/IconCircleList"/>
    <dgm:cxn modelId="{29507E50-F850-4D7C-9589-CB7D40EA9DD8}" type="presParOf" srcId="{9E1ED46F-CA1B-4DBF-BAC1-40F639BA3CDD}" destId="{642B03A4-6192-4423-9DA8-AB8FE01E5E72}" srcOrd="0" destOrd="0" presId="urn:microsoft.com/office/officeart/2018/2/layout/IconCircleList"/>
    <dgm:cxn modelId="{AFEF25B4-FFC7-479E-895A-3614D0A80CE6}" type="presParOf" srcId="{9E1ED46F-CA1B-4DBF-BAC1-40F639BA3CDD}" destId="{09F66EDA-6180-4CD5-A367-AFF691ECD972}" srcOrd="1" destOrd="0" presId="urn:microsoft.com/office/officeart/2018/2/layout/IconCircleList"/>
    <dgm:cxn modelId="{74C649B7-9776-4362-B629-9EA6247740EA}" type="presParOf" srcId="{9E1ED46F-CA1B-4DBF-BAC1-40F639BA3CDD}" destId="{9BEFF9CD-B72A-4BA7-A4B6-AE6046B1B435}" srcOrd="2" destOrd="0" presId="urn:microsoft.com/office/officeart/2018/2/layout/IconCircleList"/>
    <dgm:cxn modelId="{93C1FFE8-90CC-4F16-9203-09BFD8437FD1}" type="presParOf" srcId="{9E1ED46F-CA1B-4DBF-BAC1-40F639BA3CDD}" destId="{1E140612-107E-4FAF-8292-2B71CC283D99}" srcOrd="3" destOrd="0" presId="urn:microsoft.com/office/officeart/2018/2/layout/IconCircleList"/>
    <dgm:cxn modelId="{C1E51FCD-6A75-4BD1-9187-B06EA9ECC6AF}" type="presParOf" srcId="{D9401C1B-13E3-4EBE-AAE3-75FF6D925A93}" destId="{ADE3F9B9-1C5A-47F2-96DF-FEDF0C7DFD77}" srcOrd="3" destOrd="0" presId="urn:microsoft.com/office/officeart/2018/2/layout/IconCircleList"/>
    <dgm:cxn modelId="{FC28E087-F303-4918-AD1C-F9C70D5DED66}" type="presParOf" srcId="{D9401C1B-13E3-4EBE-AAE3-75FF6D925A93}" destId="{58E8A281-6187-4AE3-A08F-F1B2F704CC1F}" srcOrd="4" destOrd="0" presId="urn:microsoft.com/office/officeart/2018/2/layout/IconCircleList"/>
    <dgm:cxn modelId="{A0F15857-69B7-4184-82B9-319D3F85C8B8}" type="presParOf" srcId="{58E8A281-6187-4AE3-A08F-F1B2F704CC1F}" destId="{1F2FF4E4-039E-4823-ACA5-B4CD0A3E4F59}" srcOrd="0" destOrd="0" presId="urn:microsoft.com/office/officeart/2018/2/layout/IconCircleList"/>
    <dgm:cxn modelId="{112E6BA6-26DE-468E-8B15-C4962146E6C3}" type="presParOf" srcId="{58E8A281-6187-4AE3-A08F-F1B2F704CC1F}" destId="{79C1BD24-32C8-4F0C-B4F9-54AC7457072B}" srcOrd="1" destOrd="0" presId="urn:microsoft.com/office/officeart/2018/2/layout/IconCircleList"/>
    <dgm:cxn modelId="{5C582D25-3BB7-497B-910B-B3CA73C5B46B}" type="presParOf" srcId="{58E8A281-6187-4AE3-A08F-F1B2F704CC1F}" destId="{A9E7D5EB-C652-4479-9F63-9DC3E2A382DD}" srcOrd="2" destOrd="0" presId="urn:microsoft.com/office/officeart/2018/2/layout/IconCircleList"/>
    <dgm:cxn modelId="{5F1483A1-E9C6-42C3-BBEE-E0071C02AF6E}" type="presParOf" srcId="{58E8A281-6187-4AE3-A08F-F1B2F704CC1F}" destId="{4552D9FC-0644-4CC2-B1CE-2D075685B0E6}" srcOrd="3" destOrd="0" presId="urn:microsoft.com/office/officeart/2018/2/layout/IconCircleList"/>
    <dgm:cxn modelId="{479148D0-6E0C-4B48-8413-D795057EAD99}" type="presParOf" srcId="{D9401C1B-13E3-4EBE-AAE3-75FF6D925A93}" destId="{6B0ED99B-4E6D-41B8-9381-FB8105FAA53D}" srcOrd="5" destOrd="0" presId="urn:microsoft.com/office/officeart/2018/2/layout/IconCircleList"/>
    <dgm:cxn modelId="{BE4F4D0F-9FAB-4C0D-91E0-761322786E58}" type="presParOf" srcId="{D9401C1B-13E3-4EBE-AAE3-75FF6D925A93}" destId="{3B89FFD5-A413-43DC-83C6-67775F39C831}" srcOrd="6" destOrd="0" presId="urn:microsoft.com/office/officeart/2018/2/layout/IconCircleList"/>
    <dgm:cxn modelId="{3CA9F584-C4F2-48DF-BCFE-17159D321601}" type="presParOf" srcId="{3B89FFD5-A413-43DC-83C6-67775F39C831}" destId="{A2A25111-82C5-40BE-97EE-DBE6AFF15012}" srcOrd="0" destOrd="0" presId="urn:microsoft.com/office/officeart/2018/2/layout/IconCircleList"/>
    <dgm:cxn modelId="{C8E8B74F-6191-4319-BF59-B066D8542146}" type="presParOf" srcId="{3B89FFD5-A413-43DC-83C6-67775F39C831}" destId="{121EE5F0-B048-499A-BF64-26F469BAF39E}" srcOrd="1" destOrd="0" presId="urn:microsoft.com/office/officeart/2018/2/layout/IconCircleList"/>
    <dgm:cxn modelId="{D32B10F3-D561-492A-B1FD-9BABE4CB576A}" type="presParOf" srcId="{3B89FFD5-A413-43DC-83C6-67775F39C831}" destId="{F7BA6DF5-EB39-43BC-9DC8-CB08F2FF96B1}" srcOrd="2" destOrd="0" presId="urn:microsoft.com/office/officeart/2018/2/layout/IconCircleList"/>
    <dgm:cxn modelId="{429EBA62-38C0-43CB-95BC-1010566063B7}" type="presParOf" srcId="{3B89FFD5-A413-43DC-83C6-67775F39C831}" destId="{045EC339-1F90-4108-95E5-5E13E930FBE0}" srcOrd="3" destOrd="0" presId="urn:microsoft.com/office/officeart/2018/2/layout/IconCircleList"/>
    <dgm:cxn modelId="{D223C106-51E4-4F26-899E-DAB67F455D89}" type="presParOf" srcId="{D9401C1B-13E3-4EBE-AAE3-75FF6D925A93}" destId="{61CD4FD9-8446-488C-91C8-1C70EB567780}" srcOrd="7" destOrd="0" presId="urn:microsoft.com/office/officeart/2018/2/layout/IconCircleList"/>
    <dgm:cxn modelId="{200018F3-AF4E-4B9B-81ED-7AF66E8780AE}" type="presParOf" srcId="{D9401C1B-13E3-4EBE-AAE3-75FF6D925A93}" destId="{B596AAB8-1B9F-40B2-9E37-D99C7E01BBBC}" srcOrd="8" destOrd="0" presId="urn:microsoft.com/office/officeart/2018/2/layout/IconCircleList"/>
    <dgm:cxn modelId="{398B5949-F6D2-4BEA-B7EE-B52D7F20708B}" type="presParOf" srcId="{B596AAB8-1B9F-40B2-9E37-D99C7E01BBBC}" destId="{C83EB05A-9D77-4D58-BB9E-61C695DFF922}" srcOrd="0" destOrd="0" presId="urn:microsoft.com/office/officeart/2018/2/layout/IconCircleList"/>
    <dgm:cxn modelId="{179E99AC-939E-41FB-B749-3E0387AFF885}" type="presParOf" srcId="{B596AAB8-1B9F-40B2-9E37-D99C7E01BBBC}" destId="{68AF91DA-940B-4862-8AA5-03927B9BCD22}" srcOrd="1" destOrd="0" presId="urn:microsoft.com/office/officeart/2018/2/layout/IconCircleList"/>
    <dgm:cxn modelId="{B6C0DDA3-E877-4CDC-AE61-2BD4812A40EF}" type="presParOf" srcId="{B596AAB8-1B9F-40B2-9E37-D99C7E01BBBC}" destId="{03D42439-8D10-4A10-BE1B-0976EE03C282}" srcOrd="2" destOrd="0" presId="urn:microsoft.com/office/officeart/2018/2/layout/IconCircleList"/>
    <dgm:cxn modelId="{14E69FF9-F81A-44D7-BA9F-07E82DC55FFF}" type="presParOf" srcId="{B596AAB8-1B9F-40B2-9E37-D99C7E01BBBC}" destId="{5D203CD7-B850-45E9-A1D3-D47B81AF3F93}" srcOrd="3" destOrd="0" presId="urn:microsoft.com/office/officeart/2018/2/layout/IconCircleList"/>
    <dgm:cxn modelId="{7D211225-32ED-449D-9DF8-C8588ED51E91}" type="presParOf" srcId="{D9401C1B-13E3-4EBE-AAE3-75FF6D925A93}" destId="{52779975-12C1-4043-AD40-70771EDC5703}" srcOrd="9" destOrd="0" presId="urn:microsoft.com/office/officeart/2018/2/layout/IconCircleList"/>
    <dgm:cxn modelId="{CA333960-5A5D-4DED-ACE3-857513D7C6E5}" type="presParOf" srcId="{D9401C1B-13E3-4EBE-AAE3-75FF6D925A93}" destId="{1B5D3BD5-6905-4C74-9C39-ED725143B257}" srcOrd="10" destOrd="0" presId="urn:microsoft.com/office/officeart/2018/2/layout/IconCircleList"/>
    <dgm:cxn modelId="{FAD3FD41-5C42-48CA-A00A-E1A39B36344D}" type="presParOf" srcId="{1B5D3BD5-6905-4C74-9C39-ED725143B257}" destId="{1F0FFCCE-C9DE-4B68-97F2-9E38089A8242}" srcOrd="0" destOrd="0" presId="urn:microsoft.com/office/officeart/2018/2/layout/IconCircleList"/>
    <dgm:cxn modelId="{ECAF7615-6776-4276-B3C1-208607ADF193}" type="presParOf" srcId="{1B5D3BD5-6905-4C74-9C39-ED725143B257}" destId="{3DD77999-1391-43BC-B463-42AD0552DC23}" srcOrd="1" destOrd="0" presId="urn:microsoft.com/office/officeart/2018/2/layout/IconCircleList"/>
    <dgm:cxn modelId="{1C467488-91A9-4DBC-A5D7-0902AC9E3FF1}" type="presParOf" srcId="{1B5D3BD5-6905-4C74-9C39-ED725143B257}" destId="{B0F9C7BE-4178-43C8-B9E1-DF901E5C915E}" srcOrd="2" destOrd="0" presId="urn:microsoft.com/office/officeart/2018/2/layout/IconCircleList"/>
    <dgm:cxn modelId="{5831C586-8BC7-4577-88D6-271E8647F163}" type="presParOf" srcId="{1B5D3BD5-6905-4C74-9C39-ED725143B257}" destId="{C37E3159-91E2-4DF1-9DD8-75F13782418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085917A-9E19-499E-977C-15EB9B207B41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2CE5D5C-FE32-4138-A918-B852C76A3BA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800"/>
            <a:t>Objective: Understand the human impact of plastic pollution</a:t>
          </a:r>
          <a:endParaRPr lang="en-US" sz="1800"/>
        </a:p>
      </dgm:t>
    </dgm:pt>
    <dgm:pt modelId="{CFAF5D77-67A6-4394-9185-3995528FDB9C}" type="parTrans" cxnId="{4F57C946-084D-48F6-A7BA-82C967FF280F}">
      <dgm:prSet/>
      <dgm:spPr/>
      <dgm:t>
        <a:bodyPr/>
        <a:lstStyle/>
        <a:p>
          <a:endParaRPr lang="en-US" sz="2400"/>
        </a:p>
      </dgm:t>
    </dgm:pt>
    <dgm:pt modelId="{93D6A368-3D37-4DA1-9C4D-C520AF4D67EB}" type="sibTrans" cxnId="{4F57C946-084D-48F6-A7BA-82C967FF280F}">
      <dgm:prSet/>
      <dgm:spPr/>
      <dgm:t>
        <a:bodyPr/>
        <a:lstStyle/>
        <a:p>
          <a:pPr>
            <a:lnSpc>
              <a:spcPct val="100000"/>
            </a:lnSpc>
          </a:pPr>
          <a:endParaRPr lang="en-US" sz="2400"/>
        </a:p>
      </dgm:t>
    </dgm:pt>
    <dgm:pt modelId="{DCE27467-DE98-4ED0-884C-F4A3D5EF2A3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800"/>
            <a:t>Conduct interviews with sanitation workers and residents</a:t>
          </a:r>
          <a:endParaRPr lang="en-US" sz="1800"/>
        </a:p>
      </dgm:t>
    </dgm:pt>
    <dgm:pt modelId="{04DB8568-BE6F-495C-BCEB-A95B06A46C5F}" type="parTrans" cxnId="{7F4FB9D1-9A42-48C0-BED8-C18BEA593817}">
      <dgm:prSet/>
      <dgm:spPr/>
      <dgm:t>
        <a:bodyPr/>
        <a:lstStyle/>
        <a:p>
          <a:endParaRPr lang="en-US" sz="2400"/>
        </a:p>
      </dgm:t>
    </dgm:pt>
    <dgm:pt modelId="{6A6C4090-360A-4570-91B4-9D3287436875}" type="sibTrans" cxnId="{7F4FB9D1-9A42-48C0-BED8-C18BEA593817}">
      <dgm:prSet/>
      <dgm:spPr/>
      <dgm:t>
        <a:bodyPr/>
        <a:lstStyle/>
        <a:p>
          <a:pPr>
            <a:lnSpc>
              <a:spcPct val="100000"/>
            </a:lnSpc>
          </a:pPr>
          <a:endParaRPr lang="en-US" sz="2400"/>
        </a:p>
      </dgm:t>
    </dgm:pt>
    <dgm:pt modelId="{D4966E57-776A-4DAC-AFFA-52E2D923642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800"/>
            <a:t>Observe waste disposal behavior in the community</a:t>
          </a:r>
          <a:endParaRPr lang="en-US" sz="1800"/>
        </a:p>
      </dgm:t>
    </dgm:pt>
    <dgm:pt modelId="{CD111BC7-6D20-4AAD-AD5B-2EA4F889AAF9}" type="parTrans" cxnId="{BD6E44B2-B64C-420A-8201-4F2EECA39E72}">
      <dgm:prSet/>
      <dgm:spPr/>
      <dgm:t>
        <a:bodyPr/>
        <a:lstStyle/>
        <a:p>
          <a:endParaRPr lang="en-US" sz="2400"/>
        </a:p>
      </dgm:t>
    </dgm:pt>
    <dgm:pt modelId="{6E6B8CAC-27D5-4BC2-BD6E-8D30DC326FC3}" type="sibTrans" cxnId="{BD6E44B2-B64C-420A-8201-4F2EECA39E72}">
      <dgm:prSet/>
      <dgm:spPr/>
      <dgm:t>
        <a:bodyPr/>
        <a:lstStyle/>
        <a:p>
          <a:pPr>
            <a:lnSpc>
              <a:spcPct val="100000"/>
            </a:lnSpc>
          </a:pPr>
          <a:endParaRPr lang="en-US" sz="2400"/>
        </a:p>
      </dgm:t>
    </dgm:pt>
    <dgm:pt modelId="{88743502-7802-4B9C-9033-D992F0A8C46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800"/>
            <a:t>Create stakeholder persona profiles</a:t>
          </a:r>
          <a:endParaRPr lang="en-US" sz="1800"/>
        </a:p>
      </dgm:t>
    </dgm:pt>
    <dgm:pt modelId="{CF6CBA65-4F4E-4A6C-A6FA-A4E9E70366A3}" type="parTrans" cxnId="{329C5029-EBEF-4CEC-91E5-10D567F4966E}">
      <dgm:prSet/>
      <dgm:spPr/>
      <dgm:t>
        <a:bodyPr/>
        <a:lstStyle/>
        <a:p>
          <a:endParaRPr lang="en-US" sz="2400"/>
        </a:p>
      </dgm:t>
    </dgm:pt>
    <dgm:pt modelId="{1EB3F6D7-FC94-40B7-82D8-B08A797BE34C}" type="sibTrans" cxnId="{329C5029-EBEF-4CEC-91E5-10D567F4966E}">
      <dgm:prSet/>
      <dgm:spPr/>
      <dgm:t>
        <a:bodyPr/>
        <a:lstStyle/>
        <a:p>
          <a:pPr>
            <a:lnSpc>
              <a:spcPct val="100000"/>
            </a:lnSpc>
          </a:pPr>
          <a:endParaRPr lang="en-US" sz="2400"/>
        </a:p>
      </dgm:t>
    </dgm:pt>
    <dgm:pt modelId="{D53D8487-818B-4FA4-B02C-C36E24675587}">
      <dgm:prSet custT="1"/>
      <dgm:spPr/>
      <dgm:t>
        <a:bodyPr/>
        <a:lstStyle/>
        <a:p>
          <a:pPr>
            <a:lnSpc>
              <a:spcPct val="100000"/>
            </a:lnSpc>
          </a:pPr>
          <a:endParaRPr lang="en-GB" sz="1800" dirty="0"/>
        </a:p>
        <a:p>
          <a:pPr>
            <a:lnSpc>
              <a:spcPct val="100000"/>
            </a:lnSpc>
          </a:pPr>
          <a:r>
            <a:rPr lang="en-GB" sz="1800" dirty="0"/>
            <a:t>Cognitive level: understanding and applying</a:t>
          </a:r>
          <a:endParaRPr lang="en-US" sz="1800" dirty="0"/>
        </a:p>
      </dgm:t>
    </dgm:pt>
    <dgm:pt modelId="{1FEAFE2A-A651-4C2E-9D1D-E214475541A8}" type="parTrans" cxnId="{E80FF8BE-7276-4294-9636-24C2D92FD2F1}">
      <dgm:prSet/>
      <dgm:spPr/>
      <dgm:t>
        <a:bodyPr/>
        <a:lstStyle/>
        <a:p>
          <a:endParaRPr lang="en-US" sz="2400"/>
        </a:p>
      </dgm:t>
    </dgm:pt>
    <dgm:pt modelId="{7AEF9465-6AC5-4E33-86D8-C2DED003D890}" type="sibTrans" cxnId="{E80FF8BE-7276-4294-9636-24C2D92FD2F1}">
      <dgm:prSet/>
      <dgm:spPr/>
      <dgm:t>
        <a:bodyPr/>
        <a:lstStyle/>
        <a:p>
          <a:endParaRPr lang="en-US" sz="2400"/>
        </a:p>
      </dgm:t>
    </dgm:pt>
    <dgm:pt modelId="{759D1A47-8D49-455F-A638-80D99DDD56B8}" type="pres">
      <dgm:prSet presAssocID="{B085917A-9E19-499E-977C-15EB9B207B41}" presName="root" presStyleCnt="0">
        <dgm:presLayoutVars>
          <dgm:dir/>
          <dgm:resizeHandles val="exact"/>
        </dgm:presLayoutVars>
      </dgm:prSet>
      <dgm:spPr/>
    </dgm:pt>
    <dgm:pt modelId="{38481316-4736-4633-B069-5AE23EF8B406}" type="pres">
      <dgm:prSet presAssocID="{B085917A-9E19-499E-977C-15EB9B207B41}" presName="container" presStyleCnt="0">
        <dgm:presLayoutVars>
          <dgm:dir/>
          <dgm:resizeHandles val="exact"/>
        </dgm:presLayoutVars>
      </dgm:prSet>
      <dgm:spPr/>
    </dgm:pt>
    <dgm:pt modelId="{B14A0F50-BF4B-4E49-B6DB-628BF533F451}" type="pres">
      <dgm:prSet presAssocID="{D2CE5D5C-FE32-4138-A918-B852C76A3BA7}" presName="compNode" presStyleCnt="0"/>
      <dgm:spPr/>
    </dgm:pt>
    <dgm:pt modelId="{B16F3541-9E8E-494D-9144-438EEA11FD35}" type="pres">
      <dgm:prSet presAssocID="{D2CE5D5C-FE32-4138-A918-B852C76A3BA7}" presName="iconBgRect" presStyleLbl="bgShp" presStyleIdx="0" presStyleCnt="5"/>
      <dgm:spPr/>
    </dgm:pt>
    <dgm:pt modelId="{98A5AB8A-A6E8-4B5D-96E2-E6D0FE793739}" type="pres">
      <dgm:prSet presAssocID="{D2CE5D5C-FE32-4138-A918-B852C76A3BA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61DE895E-EBDA-4224-9CC9-FA940D15AD4B}" type="pres">
      <dgm:prSet presAssocID="{D2CE5D5C-FE32-4138-A918-B852C76A3BA7}" presName="spaceRect" presStyleCnt="0"/>
      <dgm:spPr/>
    </dgm:pt>
    <dgm:pt modelId="{30525E55-7016-4C60-8502-1186957BB970}" type="pres">
      <dgm:prSet presAssocID="{D2CE5D5C-FE32-4138-A918-B852C76A3BA7}" presName="textRect" presStyleLbl="revTx" presStyleIdx="0" presStyleCnt="5">
        <dgm:presLayoutVars>
          <dgm:chMax val="1"/>
          <dgm:chPref val="1"/>
        </dgm:presLayoutVars>
      </dgm:prSet>
      <dgm:spPr/>
    </dgm:pt>
    <dgm:pt modelId="{3787BB14-7725-4B40-8DD2-F5B4CC80A1DB}" type="pres">
      <dgm:prSet presAssocID="{93D6A368-3D37-4DA1-9C4D-C520AF4D67EB}" presName="sibTrans" presStyleLbl="sibTrans2D1" presStyleIdx="0" presStyleCnt="0"/>
      <dgm:spPr/>
    </dgm:pt>
    <dgm:pt modelId="{0F5E3D26-A485-42E0-B108-FC953ED4E70E}" type="pres">
      <dgm:prSet presAssocID="{DCE27467-DE98-4ED0-884C-F4A3D5EF2A31}" presName="compNode" presStyleCnt="0"/>
      <dgm:spPr/>
    </dgm:pt>
    <dgm:pt modelId="{20808D5C-C0DC-4607-B4FA-72F99874036E}" type="pres">
      <dgm:prSet presAssocID="{DCE27467-DE98-4ED0-884C-F4A3D5EF2A31}" presName="iconBgRect" presStyleLbl="bgShp" presStyleIdx="1" presStyleCnt="5"/>
      <dgm:spPr/>
    </dgm:pt>
    <dgm:pt modelId="{08226102-0870-4299-AB86-B4C19BC437BF}" type="pres">
      <dgm:prSet presAssocID="{DCE27467-DE98-4ED0-884C-F4A3D5EF2A3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2ED5AA1D-F3DB-4B07-8E5E-488389B84EFF}" type="pres">
      <dgm:prSet presAssocID="{DCE27467-DE98-4ED0-884C-F4A3D5EF2A31}" presName="spaceRect" presStyleCnt="0"/>
      <dgm:spPr/>
    </dgm:pt>
    <dgm:pt modelId="{24560D30-0750-4225-8025-C3FC4945A0F1}" type="pres">
      <dgm:prSet presAssocID="{DCE27467-DE98-4ED0-884C-F4A3D5EF2A31}" presName="textRect" presStyleLbl="revTx" presStyleIdx="1" presStyleCnt="5">
        <dgm:presLayoutVars>
          <dgm:chMax val="1"/>
          <dgm:chPref val="1"/>
        </dgm:presLayoutVars>
      </dgm:prSet>
      <dgm:spPr/>
    </dgm:pt>
    <dgm:pt modelId="{C31E25F7-DCFF-48BD-AF79-611D07425258}" type="pres">
      <dgm:prSet presAssocID="{6A6C4090-360A-4570-91B4-9D3287436875}" presName="sibTrans" presStyleLbl="sibTrans2D1" presStyleIdx="0" presStyleCnt="0"/>
      <dgm:spPr/>
    </dgm:pt>
    <dgm:pt modelId="{23D5B27A-9B8E-491D-93CC-703E36C194E6}" type="pres">
      <dgm:prSet presAssocID="{D4966E57-776A-4DAC-AFFA-52E2D923642D}" presName="compNode" presStyleCnt="0"/>
      <dgm:spPr/>
    </dgm:pt>
    <dgm:pt modelId="{3D75F614-6FDE-4689-8AC6-04D8FAA44606}" type="pres">
      <dgm:prSet presAssocID="{D4966E57-776A-4DAC-AFFA-52E2D923642D}" presName="iconBgRect" presStyleLbl="bgShp" presStyleIdx="2" presStyleCnt="5"/>
      <dgm:spPr/>
    </dgm:pt>
    <dgm:pt modelId="{C5E3E193-AA60-4042-8B48-EE81ED330F3C}" type="pres">
      <dgm:prSet presAssocID="{D4966E57-776A-4DAC-AFFA-52E2D923642D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cycle"/>
        </a:ext>
      </dgm:extLst>
    </dgm:pt>
    <dgm:pt modelId="{28BBA5B6-810A-46E5-BC55-5D027272764B}" type="pres">
      <dgm:prSet presAssocID="{D4966E57-776A-4DAC-AFFA-52E2D923642D}" presName="spaceRect" presStyleCnt="0"/>
      <dgm:spPr/>
    </dgm:pt>
    <dgm:pt modelId="{92CBED6D-8D43-4645-B77C-BE7A70EC9EB5}" type="pres">
      <dgm:prSet presAssocID="{D4966E57-776A-4DAC-AFFA-52E2D923642D}" presName="textRect" presStyleLbl="revTx" presStyleIdx="2" presStyleCnt="5">
        <dgm:presLayoutVars>
          <dgm:chMax val="1"/>
          <dgm:chPref val="1"/>
        </dgm:presLayoutVars>
      </dgm:prSet>
      <dgm:spPr/>
    </dgm:pt>
    <dgm:pt modelId="{8F41A05A-E00D-41D4-9D86-62A5D2DF9CF5}" type="pres">
      <dgm:prSet presAssocID="{6E6B8CAC-27D5-4BC2-BD6E-8D30DC326FC3}" presName="sibTrans" presStyleLbl="sibTrans2D1" presStyleIdx="0" presStyleCnt="0"/>
      <dgm:spPr/>
    </dgm:pt>
    <dgm:pt modelId="{8D9F0572-F174-4821-A221-CA536A430012}" type="pres">
      <dgm:prSet presAssocID="{88743502-7802-4B9C-9033-D992F0A8C46E}" presName="compNode" presStyleCnt="0"/>
      <dgm:spPr/>
    </dgm:pt>
    <dgm:pt modelId="{B99D2A91-77F2-4D4C-8155-22547AD8A5F0}" type="pres">
      <dgm:prSet presAssocID="{88743502-7802-4B9C-9033-D992F0A8C46E}" presName="iconBgRect" presStyleLbl="bgShp" presStyleIdx="3" presStyleCnt="5"/>
      <dgm:spPr/>
    </dgm:pt>
    <dgm:pt modelId="{354EB59A-42CC-44F9-9234-49FAB4E989A4}" type="pres">
      <dgm:prSet presAssocID="{88743502-7802-4B9C-9033-D992F0A8C46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401F0CD0-8572-4D61-8DD7-4DDF0377B620}" type="pres">
      <dgm:prSet presAssocID="{88743502-7802-4B9C-9033-D992F0A8C46E}" presName="spaceRect" presStyleCnt="0"/>
      <dgm:spPr/>
    </dgm:pt>
    <dgm:pt modelId="{8F45C7B6-2370-44AD-901F-81EA8AF73853}" type="pres">
      <dgm:prSet presAssocID="{88743502-7802-4B9C-9033-D992F0A8C46E}" presName="textRect" presStyleLbl="revTx" presStyleIdx="3" presStyleCnt="5">
        <dgm:presLayoutVars>
          <dgm:chMax val="1"/>
          <dgm:chPref val="1"/>
        </dgm:presLayoutVars>
      </dgm:prSet>
      <dgm:spPr/>
    </dgm:pt>
    <dgm:pt modelId="{736E3433-CAB5-49EA-8B06-2DF5A0A277EF}" type="pres">
      <dgm:prSet presAssocID="{1EB3F6D7-FC94-40B7-82D8-B08A797BE34C}" presName="sibTrans" presStyleLbl="sibTrans2D1" presStyleIdx="0" presStyleCnt="0"/>
      <dgm:spPr/>
    </dgm:pt>
    <dgm:pt modelId="{74F9B148-D4C7-4347-AD05-9E48955A518E}" type="pres">
      <dgm:prSet presAssocID="{D53D8487-818B-4FA4-B02C-C36E24675587}" presName="compNode" presStyleCnt="0"/>
      <dgm:spPr/>
    </dgm:pt>
    <dgm:pt modelId="{F548FDA5-A199-40D9-A139-F90327252425}" type="pres">
      <dgm:prSet presAssocID="{D53D8487-818B-4FA4-B02C-C36E24675587}" presName="iconBgRect" presStyleLbl="bgShp" presStyleIdx="4" presStyleCnt="5"/>
      <dgm:spPr/>
    </dgm:pt>
    <dgm:pt modelId="{6E9BCAB8-5B3F-4BF9-B0DE-5BBC258E9AC6}" type="pres">
      <dgm:prSet presAssocID="{D53D8487-818B-4FA4-B02C-C36E24675587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yes"/>
        </a:ext>
      </dgm:extLst>
    </dgm:pt>
    <dgm:pt modelId="{15C56DF4-E29B-4778-BAA5-E5E55174E1DB}" type="pres">
      <dgm:prSet presAssocID="{D53D8487-818B-4FA4-B02C-C36E24675587}" presName="spaceRect" presStyleCnt="0"/>
      <dgm:spPr/>
    </dgm:pt>
    <dgm:pt modelId="{2C35FB65-1BE9-4629-8CED-C0EAA5C39D3D}" type="pres">
      <dgm:prSet presAssocID="{D53D8487-818B-4FA4-B02C-C36E24675587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65816504-CA79-48B8-A829-6595A2D9D0F6}" type="presOf" srcId="{D4966E57-776A-4DAC-AFFA-52E2D923642D}" destId="{92CBED6D-8D43-4645-B77C-BE7A70EC9EB5}" srcOrd="0" destOrd="0" presId="urn:microsoft.com/office/officeart/2018/2/layout/IconCircleList"/>
    <dgm:cxn modelId="{14114606-7C7C-4CAA-8CCA-70B141DF6F62}" type="presOf" srcId="{D2CE5D5C-FE32-4138-A918-B852C76A3BA7}" destId="{30525E55-7016-4C60-8502-1186957BB970}" srcOrd="0" destOrd="0" presId="urn:microsoft.com/office/officeart/2018/2/layout/IconCircleList"/>
    <dgm:cxn modelId="{AAAA5A19-B7CC-45BC-B2A7-24BD5462D5E8}" type="presOf" srcId="{D53D8487-818B-4FA4-B02C-C36E24675587}" destId="{2C35FB65-1BE9-4629-8CED-C0EAA5C39D3D}" srcOrd="0" destOrd="0" presId="urn:microsoft.com/office/officeart/2018/2/layout/IconCircleList"/>
    <dgm:cxn modelId="{18B98819-5869-41FA-98D0-2F4499322511}" type="presOf" srcId="{1EB3F6D7-FC94-40B7-82D8-B08A797BE34C}" destId="{736E3433-CAB5-49EA-8B06-2DF5A0A277EF}" srcOrd="0" destOrd="0" presId="urn:microsoft.com/office/officeart/2018/2/layout/IconCircleList"/>
    <dgm:cxn modelId="{24A8B120-434F-4D66-A728-B2F194EE88DA}" type="presOf" srcId="{93D6A368-3D37-4DA1-9C4D-C520AF4D67EB}" destId="{3787BB14-7725-4B40-8DD2-F5B4CC80A1DB}" srcOrd="0" destOrd="0" presId="urn:microsoft.com/office/officeart/2018/2/layout/IconCircleList"/>
    <dgm:cxn modelId="{D671F228-4DA7-441F-AF89-023A3E4956EE}" type="presOf" srcId="{DCE27467-DE98-4ED0-884C-F4A3D5EF2A31}" destId="{24560D30-0750-4225-8025-C3FC4945A0F1}" srcOrd="0" destOrd="0" presId="urn:microsoft.com/office/officeart/2018/2/layout/IconCircleList"/>
    <dgm:cxn modelId="{329C5029-EBEF-4CEC-91E5-10D567F4966E}" srcId="{B085917A-9E19-499E-977C-15EB9B207B41}" destId="{88743502-7802-4B9C-9033-D992F0A8C46E}" srcOrd="3" destOrd="0" parTransId="{CF6CBA65-4F4E-4A6C-A6FA-A4E9E70366A3}" sibTransId="{1EB3F6D7-FC94-40B7-82D8-B08A797BE34C}"/>
    <dgm:cxn modelId="{E439533A-A42F-4963-ADC3-BD164B3D0E37}" type="presOf" srcId="{6A6C4090-360A-4570-91B4-9D3287436875}" destId="{C31E25F7-DCFF-48BD-AF79-611D07425258}" srcOrd="0" destOrd="0" presId="urn:microsoft.com/office/officeart/2018/2/layout/IconCircleList"/>
    <dgm:cxn modelId="{4F57C946-084D-48F6-A7BA-82C967FF280F}" srcId="{B085917A-9E19-499E-977C-15EB9B207B41}" destId="{D2CE5D5C-FE32-4138-A918-B852C76A3BA7}" srcOrd="0" destOrd="0" parTransId="{CFAF5D77-67A6-4394-9185-3995528FDB9C}" sibTransId="{93D6A368-3D37-4DA1-9C4D-C520AF4D67EB}"/>
    <dgm:cxn modelId="{0F61DD84-66D2-4B28-8E5F-317BBE265C3A}" type="presOf" srcId="{B085917A-9E19-499E-977C-15EB9B207B41}" destId="{759D1A47-8D49-455F-A638-80D99DDD56B8}" srcOrd="0" destOrd="0" presId="urn:microsoft.com/office/officeart/2018/2/layout/IconCircleList"/>
    <dgm:cxn modelId="{BD6E44B2-B64C-420A-8201-4F2EECA39E72}" srcId="{B085917A-9E19-499E-977C-15EB9B207B41}" destId="{D4966E57-776A-4DAC-AFFA-52E2D923642D}" srcOrd="2" destOrd="0" parTransId="{CD111BC7-6D20-4AAD-AD5B-2EA4F889AAF9}" sibTransId="{6E6B8CAC-27D5-4BC2-BD6E-8D30DC326FC3}"/>
    <dgm:cxn modelId="{E80FF8BE-7276-4294-9636-24C2D92FD2F1}" srcId="{B085917A-9E19-499E-977C-15EB9B207B41}" destId="{D53D8487-818B-4FA4-B02C-C36E24675587}" srcOrd="4" destOrd="0" parTransId="{1FEAFE2A-A651-4C2E-9D1D-E214475541A8}" sibTransId="{7AEF9465-6AC5-4E33-86D8-C2DED003D890}"/>
    <dgm:cxn modelId="{7F4FB9D1-9A42-48C0-BED8-C18BEA593817}" srcId="{B085917A-9E19-499E-977C-15EB9B207B41}" destId="{DCE27467-DE98-4ED0-884C-F4A3D5EF2A31}" srcOrd="1" destOrd="0" parTransId="{04DB8568-BE6F-495C-BCEB-A95B06A46C5F}" sibTransId="{6A6C4090-360A-4570-91B4-9D3287436875}"/>
    <dgm:cxn modelId="{65B775DC-8DD1-4EA4-A89B-D66E2E023E35}" type="presOf" srcId="{88743502-7802-4B9C-9033-D992F0A8C46E}" destId="{8F45C7B6-2370-44AD-901F-81EA8AF73853}" srcOrd="0" destOrd="0" presId="urn:microsoft.com/office/officeart/2018/2/layout/IconCircleList"/>
    <dgm:cxn modelId="{B491F7F0-5D7C-43B0-8F17-0DBF2543D5F1}" type="presOf" srcId="{6E6B8CAC-27D5-4BC2-BD6E-8D30DC326FC3}" destId="{8F41A05A-E00D-41D4-9D86-62A5D2DF9CF5}" srcOrd="0" destOrd="0" presId="urn:microsoft.com/office/officeart/2018/2/layout/IconCircleList"/>
    <dgm:cxn modelId="{2967DA13-A97B-4EBE-BCD5-9DEE66059D1A}" type="presParOf" srcId="{759D1A47-8D49-455F-A638-80D99DDD56B8}" destId="{38481316-4736-4633-B069-5AE23EF8B406}" srcOrd="0" destOrd="0" presId="urn:microsoft.com/office/officeart/2018/2/layout/IconCircleList"/>
    <dgm:cxn modelId="{4118A19E-C7A8-4747-A2DF-BE587E022A7B}" type="presParOf" srcId="{38481316-4736-4633-B069-5AE23EF8B406}" destId="{B14A0F50-BF4B-4E49-B6DB-628BF533F451}" srcOrd="0" destOrd="0" presId="urn:microsoft.com/office/officeart/2018/2/layout/IconCircleList"/>
    <dgm:cxn modelId="{BB576832-222B-4A30-9777-21C2E5098291}" type="presParOf" srcId="{B14A0F50-BF4B-4E49-B6DB-628BF533F451}" destId="{B16F3541-9E8E-494D-9144-438EEA11FD35}" srcOrd="0" destOrd="0" presId="urn:microsoft.com/office/officeart/2018/2/layout/IconCircleList"/>
    <dgm:cxn modelId="{122BEC24-F9ED-44B2-BEB5-9679504EEF84}" type="presParOf" srcId="{B14A0F50-BF4B-4E49-B6DB-628BF533F451}" destId="{98A5AB8A-A6E8-4B5D-96E2-E6D0FE793739}" srcOrd="1" destOrd="0" presId="urn:microsoft.com/office/officeart/2018/2/layout/IconCircleList"/>
    <dgm:cxn modelId="{99DEC9BA-36BF-48FC-A7F0-D89B567D6B40}" type="presParOf" srcId="{B14A0F50-BF4B-4E49-B6DB-628BF533F451}" destId="{61DE895E-EBDA-4224-9CC9-FA940D15AD4B}" srcOrd="2" destOrd="0" presId="urn:microsoft.com/office/officeart/2018/2/layout/IconCircleList"/>
    <dgm:cxn modelId="{282C97B2-39BB-497F-A35D-1AA05F144904}" type="presParOf" srcId="{B14A0F50-BF4B-4E49-B6DB-628BF533F451}" destId="{30525E55-7016-4C60-8502-1186957BB970}" srcOrd="3" destOrd="0" presId="urn:microsoft.com/office/officeart/2018/2/layout/IconCircleList"/>
    <dgm:cxn modelId="{5EAABAB0-20DA-454E-BD27-9F8901358E22}" type="presParOf" srcId="{38481316-4736-4633-B069-5AE23EF8B406}" destId="{3787BB14-7725-4B40-8DD2-F5B4CC80A1DB}" srcOrd="1" destOrd="0" presId="urn:microsoft.com/office/officeart/2018/2/layout/IconCircleList"/>
    <dgm:cxn modelId="{8FCA6F0C-D92F-430E-82F4-B137CD72E32C}" type="presParOf" srcId="{38481316-4736-4633-B069-5AE23EF8B406}" destId="{0F5E3D26-A485-42E0-B108-FC953ED4E70E}" srcOrd="2" destOrd="0" presId="urn:microsoft.com/office/officeart/2018/2/layout/IconCircleList"/>
    <dgm:cxn modelId="{518C1879-FF3A-464E-93BA-2A2A1AC17F43}" type="presParOf" srcId="{0F5E3D26-A485-42E0-B108-FC953ED4E70E}" destId="{20808D5C-C0DC-4607-B4FA-72F99874036E}" srcOrd="0" destOrd="0" presId="urn:microsoft.com/office/officeart/2018/2/layout/IconCircleList"/>
    <dgm:cxn modelId="{3298EE57-7F2B-4E4F-9BEC-F296A75E5F81}" type="presParOf" srcId="{0F5E3D26-A485-42E0-B108-FC953ED4E70E}" destId="{08226102-0870-4299-AB86-B4C19BC437BF}" srcOrd="1" destOrd="0" presId="urn:microsoft.com/office/officeart/2018/2/layout/IconCircleList"/>
    <dgm:cxn modelId="{D3447756-D46C-4EEC-AE93-DA82D94B87C9}" type="presParOf" srcId="{0F5E3D26-A485-42E0-B108-FC953ED4E70E}" destId="{2ED5AA1D-F3DB-4B07-8E5E-488389B84EFF}" srcOrd="2" destOrd="0" presId="urn:microsoft.com/office/officeart/2018/2/layout/IconCircleList"/>
    <dgm:cxn modelId="{E95A91C7-AD77-455C-AAB7-03C7729B089A}" type="presParOf" srcId="{0F5E3D26-A485-42E0-B108-FC953ED4E70E}" destId="{24560D30-0750-4225-8025-C3FC4945A0F1}" srcOrd="3" destOrd="0" presId="urn:microsoft.com/office/officeart/2018/2/layout/IconCircleList"/>
    <dgm:cxn modelId="{218FCFED-3060-4B53-9E6D-FB53406D5E7D}" type="presParOf" srcId="{38481316-4736-4633-B069-5AE23EF8B406}" destId="{C31E25F7-DCFF-48BD-AF79-611D07425258}" srcOrd="3" destOrd="0" presId="urn:microsoft.com/office/officeart/2018/2/layout/IconCircleList"/>
    <dgm:cxn modelId="{3993A2DC-52EF-4E39-A9A7-146B839E206F}" type="presParOf" srcId="{38481316-4736-4633-B069-5AE23EF8B406}" destId="{23D5B27A-9B8E-491D-93CC-703E36C194E6}" srcOrd="4" destOrd="0" presId="urn:microsoft.com/office/officeart/2018/2/layout/IconCircleList"/>
    <dgm:cxn modelId="{D98E326E-E690-4CFD-AA19-DD5139402972}" type="presParOf" srcId="{23D5B27A-9B8E-491D-93CC-703E36C194E6}" destId="{3D75F614-6FDE-4689-8AC6-04D8FAA44606}" srcOrd="0" destOrd="0" presId="urn:microsoft.com/office/officeart/2018/2/layout/IconCircleList"/>
    <dgm:cxn modelId="{5AA2F127-F993-4F0B-BF30-47A6F781FDFB}" type="presParOf" srcId="{23D5B27A-9B8E-491D-93CC-703E36C194E6}" destId="{C5E3E193-AA60-4042-8B48-EE81ED330F3C}" srcOrd="1" destOrd="0" presId="urn:microsoft.com/office/officeart/2018/2/layout/IconCircleList"/>
    <dgm:cxn modelId="{AC671B1C-4B72-490F-B476-E6573BA0A404}" type="presParOf" srcId="{23D5B27A-9B8E-491D-93CC-703E36C194E6}" destId="{28BBA5B6-810A-46E5-BC55-5D027272764B}" srcOrd="2" destOrd="0" presId="urn:microsoft.com/office/officeart/2018/2/layout/IconCircleList"/>
    <dgm:cxn modelId="{FB5D47D0-811B-4F64-A77E-DEC22DA60C25}" type="presParOf" srcId="{23D5B27A-9B8E-491D-93CC-703E36C194E6}" destId="{92CBED6D-8D43-4645-B77C-BE7A70EC9EB5}" srcOrd="3" destOrd="0" presId="urn:microsoft.com/office/officeart/2018/2/layout/IconCircleList"/>
    <dgm:cxn modelId="{982F07EB-C50E-4CF7-95AB-4DFCDF4F6709}" type="presParOf" srcId="{38481316-4736-4633-B069-5AE23EF8B406}" destId="{8F41A05A-E00D-41D4-9D86-62A5D2DF9CF5}" srcOrd="5" destOrd="0" presId="urn:microsoft.com/office/officeart/2018/2/layout/IconCircleList"/>
    <dgm:cxn modelId="{BC13671E-7C10-47F1-8729-B0039B591794}" type="presParOf" srcId="{38481316-4736-4633-B069-5AE23EF8B406}" destId="{8D9F0572-F174-4821-A221-CA536A430012}" srcOrd="6" destOrd="0" presId="urn:microsoft.com/office/officeart/2018/2/layout/IconCircleList"/>
    <dgm:cxn modelId="{ED0D9148-40D0-43EF-AB4E-E6FD84BFD2A2}" type="presParOf" srcId="{8D9F0572-F174-4821-A221-CA536A430012}" destId="{B99D2A91-77F2-4D4C-8155-22547AD8A5F0}" srcOrd="0" destOrd="0" presId="urn:microsoft.com/office/officeart/2018/2/layout/IconCircleList"/>
    <dgm:cxn modelId="{37F24C6D-6D2D-4FAC-A6BF-032B9AD1E491}" type="presParOf" srcId="{8D9F0572-F174-4821-A221-CA536A430012}" destId="{354EB59A-42CC-44F9-9234-49FAB4E989A4}" srcOrd="1" destOrd="0" presId="urn:microsoft.com/office/officeart/2018/2/layout/IconCircleList"/>
    <dgm:cxn modelId="{55EB81B6-B6A4-4260-A42D-4E9721EC344E}" type="presParOf" srcId="{8D9F0572-F174-4821-A221-CA536A430012}" destId="{401F0CD0-8572-4D61-8DD7-4DDF0377B620}" srcOrd="2" destOrd="0" presId="urn:microsoft.com/office/officeart/2018/2/layout/IconCircleList"/>
    <dgm:cxn modelId="{C53038E0-B83F-4D03-AC63-7D87811D31FB}" type="presParOf" srcId="{8D9F0572-F174-4821-A221-CA536A430012}" destId="{8F45C7B6-2370-44AD-901F-81EA8AF73853}" srcOrd="3" destOrd="0" presId="urn:microsoft.com/office/officeart/2018/2/layout/IconCircleList"/>
    <dgm:cxn modelId="{E107A1EC-99FB-4C5C-B2B2-CB7C5E44871E}" type="presParOf" srcId="{38481316-4736-4633-B069-5AE23EF8B406}" destId="{736E3433-CAB5-49EA-8B06-2DF5A0A277EF}" srcOrd="7" destOrd="0" presId="urn:microsoft.com/office/officeart/2018/2/layout/IconCircleList"/>
    <dgm:cxn modelId="{747A3D98-1BD9-42D3-B585-8FFD96C89143}" type="presParOf" srcId="{38481316-4736-4633-B069-5AE23EF8B406}" destId="{74F9B148-D4C7-4347-AD05-9E48955A518E}" srcOrd="8" destOrd="0" presId="urn:microsoft.com/office/officeart/2018/2/layout/IconCircleList"/>
    <dgm:cxn modelId="{40B74D23-F15C-46A0-A191-700A62F9C946}" type="presParOf" srcId="{74F9B148-D4C7-4347-AD05-9E48955A518E}" destId="{F548FDA5-A199-40D9-A139-F90327252425}" srcOrd="0" destOrd="0" presId="urn:microsoft.com/office/officeart/2018/2/layout/IconCircleList"/>
    <dgm:cxn modelId="{9D2E9BFC-B488-4856-BEB9-1450FB5E5294}" type="presParOf" srcId="{74F9B148-D4C7-4347-AD05-9E48955A518E}" destId="{6E9BCAB8-5B3F-4BF9-B0DE-5BBC258E9AC6}" srcOrd="1" destOrd="0" presId="urn:microsoft.com/office/officeart/2018/2/layout/IconCircleList"/>
    <dgm:cxn modelId="{52F61332-C053-4F02-B137-370757680AA9}" type="presParOf" srcId="{74F9B148-D4C7-4347-AD05-9E48955A518E}" destId="{15C56DF4-E29B-4778-BAA5-E5E55174E1DB}" srcOrd="2" destOrd="0" presId="urn:microsoft.com/office/officeart/2018/2/layout/IconCircleList"/>
    <dgm:cxn modelId="{34F80EF2-C851-4FA5-9F75-A3926C1F1B2C}" type="presParOf" srcId="{74F9B148-D4C7-4347-AD05-9E48955A518E}" destId="{2C35FB65-1BE9-4629-8CED-C0EAA5C39D3D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446289C-7E35-462A-AA40-F5A11D21D6A0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2448284-4C69-4E81-848A-2D66731EC5D6}">
      <dgm:prSet/>
      <dgm:spPr/>
      <dgm:t>
        <a:bodyPr/>
        <a:lstStyle/>
        <a:p>
          <a:r>
            <a:rPr lang="en-US" dirty="0"/>
            <a:t>Remembering &amp; Understanding: Identify plastic types (PET, HDPE) and degradation rates</a:t>
          </a:r>
        </a:p>
      </dgm:t>
    </dgm:pt>
    <dgm:pt modelId="{8278C6C4-DE6D-41A6-B24C-7A0B97C158BF}" type="parTrans" cxnId="{A1FF1FF4-4D8F-4358-B7EA-864D0D36B83B}">
      <dgm:prSet/>
      <dgm:spPr/>
      <dgm:t>
        <a:bodyPr/>
        <a:lstStyle/>
        <a:p>
          <a:endParaRPr lang="en-US"/>
        </a:p>
      </dgm:t>
    </dgm:pt>
    <dgm:pt modelId="{BDBB4677-7764-47DD-A2DE-07CD9C6C28AE}" type="sibTrans" cxnId="{A1FF1FF4-4D8F-4358-B7EA-864D0D36B83B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4EF2C43D-E96E-481D-96CD-AF8BCCC80140}">
      <dgm:prSet/>
      <dgm:spPr/>
      <dgm:t>
        <a:bodyPr/>
        <a:lstStyle/>
        <a:p>
          <a:r>
            <a:rPr lang="en-US"/>
            <a:t>Applying &amp; Analyzing: Map local pollution hotspots using environmental data</a:t>
          </a:r>
        </a:p>
      </dgm:t>
    </dgm:pt>
    <dgm:pt modelId="{1DF3E878-21B0-4659-9E82-1D09381A315C}" type="parTrans" cxnId="{7E0C84BA-2289-4BBC-99CC-928A3C7C9BB5}">
      <dgm:prSet/>
      <dgm:spPr/>
      <dgm:t>
        <a:bodyPr/>
        <a:lstStyle/>
        <a:p>
          <a:endParaRPr lang="en-US"/>
        </a:p>
      </dgm:t>
    </dgm:pt>
    <dgm:pt modelId="{19233928-9D0E-4605-8E4F-3196FB269E2A}" type="sibTrans" cxnId="{7E0C84BA-2289-4BBC-99CC-928A3C7C9BB5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7447781E-4A1C-4ACB-96C4-086E9280EB5F}">
      <dgm:prSet/>
      <dgm:spPr/>
      <dgm:t>
        <a:bodyPr/>
        <a:lstStyle/>
        <a:p>
          <a:r>
            <a:rPr lang="en-US"/>
            <a:t>Evaluating: Critically assess existing waste management policies</a:t>
          </a:r>
        </a:p>
      </dgm:t>
    </dgm:pt>
    <dgm:pt modelId="{43C8AFEB-42C8-4C41-A764-353316421D13}" type="parTrans" cxnId="{B8345AFF-8590-4EFF-A146-86CAC868F0E7}">
      <dgm:prSet/>
      <dgm:spPr/>
      <dgm:t>
        <a:bodyPr/>
        <a:lstStyle/>
        <a:p>
          <a:endParaRPr lang="en-US"/>
        </a:p>
      </dgm:t>
    </dgm:pt>
    <dgm:pt modelId="{A2A37C00-A221-40A6-B7AD-901C06F0DD40}" type="sibTrans" cxnId="{B8345AFF-8590-4EFF-A146-86CAC868F0E7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C4C96215-7541-4A0E-AAFB-7A7A40E62DE1}">
      <dgm:prSet/>
      <dgm:spPr/>
      <dgm:t>
        <a:bodyPr/>
        <a:lstStyle/>
        <a:p>
          <a:r>
            <a:rPr lang="en-US"/>
            <a:t>Creating: Develop innovative solutions using Design Thinking</a:t>
          </a:r>
        </a:p>
      </dgm:t>
    </dgm:pt>
    <dgm:pt modelId="{80BEB826-F4C5-4C0C-A594-D93A64CA1EFF}" type="parTrans" cxnId="{CC62D1C6-C5B7-4DD9-A581-2FE344C9874B}">
      <dgm:prSet/>
      <dgm:spPr/>
      <dgm:t>
        <a:bodyPr/>
        <a:lstStyle/>
        <a:p>
          <a:endParaRPr lang="en-US"/>
        </a:p>
      </dgm:t>
    </dgm:pt>
    <dgm:pt modelId="{BA49B299-016F-435B-93BD-0C34558CDBE2}" type="sibTrans" cxnId="{CC62D1C6-C5B7-4DD9-A581-2FE344C9874B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7F543176-504A-4BA5-9E9A-BD7419481AAE}" type="pres">
      <dgm:prSet presAssocID="{A446289C-7E35-462A-AA40-F5A11D21D6A0}" presName="Name0" presStyleCnt="0">
        <dgm:presLayoutVars>
          <dgm:animLvl val="lvl"/>
          <dgm:resizeHandles val="exact"/>
        </dgm:presLayoutVars>
      </dgm:prSet>
      <dgm:spPr/>
    </dgm:pt>
    <dgm:pt modelId="{D1F71C6B-C9BD-46BF-9979-6A3C499E4370}" type="pres">
      <dgm:prSet presAssocID="{62448284-4C69-4E81-848A-2D66731EC5D6}" presName="compositeNode" presStyleCnt="0">
        <dgm:presLayoutVars>
          <dgm:bulletEnabled val="1"/>
        </dgm:presLayoutVars>
      </dgm:prSet>
      <dgm:spPr/>
    </dgm:pt>
    <dgm:pt modelId="{8DFE27B8-0ACE-461C-B825-0A4C438D0B78}" type="pres">
      <dgm:prSet presAssocID="{62448284-4C69-4E81-848A-2D66731EC5D6}" presName="bgRect" presStyleLbl="alignNode1" presStyleIdx="0" presStyleCnt="4"/>
      <dgm:spPr/>
    </dgm:pt>
    <dgm:pt modelId="{2ECE1D3F-B38D-46E9-A3EF-DBCD4D790CBD}" type="pres">
      <dgm:prSet presAssocID="{BDBB4677-7764-47DD-A2DE-07CD9C6C28AE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DA7ACF66-0E0E-41D2-810B-54A00263EF84}" type="pres">
      <dgm:prSet presAssocID="{62448284-4C69-4E81-848A-2D66731EC5D6}" presName="nodeRect" presStyleLbl="alignNode1" presStyleIdx="0" presStyleCnt="4">
        <dgm:presLayoutVars>
          <dgm:bulletEnabled val="1"/>
        </dgm:presLayoutVars>
      </dgm:prSet>
      <dgm:spPr/>
    </dgm:pt>
    <dgm:pt modelId="{5B615BF8-2310-4100-9F5F-DB1F21708152}" type="pres">
      <dgm:prSet presAssocID="{BDBB4677-7764-47DD-A2DE-07CD9C6C28AE}" presName="sibTrans" presStyleCnt="0"/>
      <dgm:spPr/>
    </dgm:pt>
    <dgm:pt modelId="{77AB54BF-E52A-4251-A245-9CA93EB12FF9}" type="pres">
      <dgm:prSet presAssocID="{4EF2C43D-E96E-481D-96CD-AF8BCCC80140}" presName="compositeNode" presStyleCnt="0">
        <dgm:presLayoutVars>
          <dgm:bulletEnabled val="1"/>
        </dgm:presLayoutVars>
      </dgm:prSet>
      <dgm:spPr/>
    </dgm:pt>
    <dgm:pt modelId="{C8B85CDC-8F99-4351-987C-E90161421B8E}" type="pres">
      <dgm:prSet presAssocID="{4EF2C43D-E96E-481D-96CD-AF8BCCC80140}" presName="bgRect" presStyleLbl="alignNode1" presStyleIdx="1" presStyleCnt="4"/>
      <dgm:spPr/>
    </dgm:pt>
    <dgm:pt modelId="{6D30740C-D4DC-441F-BAC0-00E178FE01BC}" type="pres">
      <dgm:prSet presAssocID="{19233928-9D0E-4605-8E4F-3196FB269E2A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EE447519-9394-4E45-977E-55547B06C58C}" type="pres">
      <dgm:prSet presAssocID="{4EF2C43D-E96E-481D-96CD-AF8BCCC80140}" presName="nodeRect" presStyleLbl="alignNode1" presStyleIdx="1" presStyleCnt="4">
        <dgm:presLayoutVars>
          <dgm:bulletEnabled val="1"/>
        </dgm:presLayoutVars>
      </dgm:prSet>
      <dgm:spPr/>
    </dgm:pt>
    <dgm:pt modelId="{45D237A7-9568-493C-B832-8B7F162BD5FF}" type="pres">
      <dgm:prSet presAssocID="{19233928-9D0E-4605-8E4F-3196FB269E2A}" presName="sibTrans" presStyleCnt="0"/>
      <dgm:spPr/>
    </dgm:pt>
    <dgm:pt modelId="{85B93BCA-10DF-4709-8854-C86C2CCEBB2A}" type="pres">
      <dgm:prSet presAssocID="{7447781E-4A1C-4ACB-96C4-086E9280EB5F}" presName="compositeNode" presStyleCnt="0">
        <dgm:presLayoutVars>
          <dgm:bulletEnabled val="1"/>
        </dgm:presLayoutVars>
      </dgm:prSet>
      <dgm:spPr/>
    </dgm:pt>
    <dgm:pt modelId="{E9F5E05A-9244-4C61-872C-48A7073E2945}" type="pres">
      <dgm:prSet presAssocID="{7447781E-4A1C-4ACB-96C4-086E9280EB5F}" presName="bgRect" presStyleLbl="alignNode1" presStyleIdx="2" presStyleCnt="4"/>
      <dgm:spPr/>
    </dgm:pt>
    <dgm:pt modelId="{DA3FBC81-A7AF-4FBE-A502-1F155AA4E3ED}" type="pres">
      <dgm:prSet presAssocID="{A2A37C00-A221-40A6-B7AD-901C06F0DD40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85AD4193-CF0B-4D6D-A3C7-B307DE70A721}" type="pres">
      <dgm:prSet presAssocID="{7447781E-4A1C-4ACB-96C4-086E9280EB5F}" presName="nodeRect" presStyleLbl="alignNode1" presStyleIdx="2" presStyleCnt="4">
        <dgm:presLayoutVars>
          <dgm:bulletEnabled val="1"/>
        </dgm:presLayoutVars>
      </dgm:prSet>
      <dgm:spPr/>
    </dgm:pt>
    <dgm:pt modelId="{AFA5C444-674C-47FF-948A-F82C74E45321}" type="pres">
      <dgm:prSet presAssocID="{A2A37C00-A221-40A6-B7AD-901C06F0DD40}" presName="sibTrans" presStyleCnt="0"/>
      <dgm:spPr/>
    </dgm:pt>
    <dgm:pt modelId="{6D383407-CDD1-4B71-B46C-E35DBF8274C7}" type="pres">
      <dgm:prSet presAssocID="{C4C96215-7541-4A0E-AAFB-7A7A40E62DE1}" presName="compositeNode" presStyleCnt="0">
        <dgm:presLayoutVars>
          <dgm:bulletEnabled val="1"/>
        </dgm:presLayoutVars>
      </dgm:prSet>
      <dgm:spPr/>
    </dgm:pt>
    <dgm:pt modelId="{ED6421DF-6A49-43AB-9906-2980EA7354B4}" type="pres">
      <dgm:prSet presAssocID="{C4C96215-7541-4A0E-AAFB-7A7A40E62DE1}" presName="bgRect" presStyleLbl="alignNode1" presStyleIdx="3" presStyleCnt="4"/>
      <dgm:spPr/>
    </dgm:pt>
    <dgm:pt modelId="{AE607174-399A-4C65-817B-21340F80D456}" type="pres">
      <dgm:prSet presAssocID="{BA49B299-016F-435B-93BD-0C34558CDBE2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6F34622A-2703-4454-A4B4-A004C038B0BE}" type="pres">
      <dgm:prSet presAssocID="{C4C96215-7541-4A0E-AAFB-7A7A40E62DE1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F989300B-266F-427A-A77C-FA05A9BB1198}" type="presOf" srcId="{C4C96215-7541-4A0E-AAFB-7A7A40E62DE1}" destId="{6F34622A-2703-4454-A4B4-A004C038B0BE}" srcOrd="1" destOrd="0" presId="urn:microsoft.com/office/officeart/2016/7/layout/LinearBlockProcessNumbered"/>
    <dgm:cxn modelId="{DC27B621-67B1-4D44-90A3-2DD7B48F00D1}" type="presOf" srcId="{BA49B299-016F-435B-93BD-0C34558CDBE2}" destId="{AE607174-399A-4C65-817B-21340F80D456}" srcOrd="0" destOrd="0" presId="urn:microsoft.com/office/officeart/2016/7/layout/LinearBlockProcessNumbered"/>
    <dgm:cxn modelId="{D41F622E-5BA9-4990-8753-0C83E5407976}" type="presOf" srcId="{62448284-4C69-4E81-848A-2D66731EC5D6}" destId="{DA7ACF66-0E0E-41D2-810B-54A00263EF84}" srcOrd="1" destOrd="0" presId="urn:microsoft.com/office/officeart/2016/7/layout/LinearBlockProcessNumbered"/>
    <dgm:cxn modelId="{38EE6F65-91C1-4D31-B027-0E38CCED24FC}" type="presOf" srcId="{4EF2C43D-E96E-481D-96CD-AF8BCCC80140}" destId="{EE447519-9394-4E45-977E-55547B06C58C}" srcOrd="1" destOrd="0" presId="urn:microsoft.com/office/officeart/2016/7/layout/LinearBlockProcessNumbered"/>
    <dgm:cxn modelId="{53F0D468-6781-49F1-A27D-04161894EE9C}" type="presOf" srcId="{C4C96215-7541-4A0E-AAFB-7A7A40E62DE1}" destId="{ED6421DF-6A49-43AB-9906-2980EA7354B4}" srcOrd="0" destOrd="0" presId="urn:microsoft.com/office/officeart/2016/7/layout/LinearBlockProcessNumbered"/>
    <dgm:cxn modelId="{EA2A8349-B231-4229-8503-0A444814BDA0}" type="presOf" srcId="{62448284-4C69-4E81-848A-2D66731EC5D6}" destId="{8DFE27B8-0ACE-461C-B825-0A4C438D0B78}" srcOrd="0" destOrd="0" presId="urn:microsoft.com/office/officeart/2016/7/layout/LinearBlockProcessNumbered"/>
    <dgm:cxn modelId="{BD7CFB49-AA90-446C-B1B9-844834A5917C}" type="presOf" srcId="{4EF2C43D-E96E-481D-96CD-AF8BCCC80140}" destId="{C8B85CDC-8F99-4351-987C-E90161421B8E}" srcOrd="0" destOrd="0" presId="urn:microsoft.com/office/officeart/2016/7/layout/LinearBlockProcessNumbered"/>
    <dgm:cxn modelId="{2207A6A4-5E2B-46AE-B7E0-6BAF429F2B8D}" type="presOf" srcId="{A446289C-7E35-462A-AA40-F5A11D21D6A0}" destId="{7F543176-504A-4BA5-9E9A-BD7419481AAE}" srcOrd="0" destOrd="0" presId="urn:microsoft.com/office/officeart/2016/7/layout/LinearBlockProcessNumbered"/>
    <dgm:cxn modelId="{EAEA5BB2-D7CE-4186-A399-6EBF92D85D2C}" type="presOf" srcId="{19233928-9D0E-4605-8E4F-3196FB269E2A}" destId="{6D30740C-D4DC-441F-BAC0-00E178FE01BC}" srcOrd="0" destOrd="0" presId="urn:microsoft.com/office/officeart/2016/7/layout/LinearBlockProcessNumbered"/>
    <dgm:cxn modelId="{7E0C84BA-2289-4BBC-99CC-928A3C7C9BB5}" srcId="{A446289C-7E35-462A-AA40-F5A11D21D6A0}" destId="{4EF2C43D-E96E-481D-96CD-AF8BCCC80140}" srcOrd="1" destOrd="0" parTransId="{1DF3E878-21B0-4659-9E82-1D09381A315C}" sibTransId="{19233928-9D0E-4605-8E4F-3196FB269E2A}"/>
    <dgm:cxn modelId="{19857DBD-9B76-4219-8A8F-91BD7AA7BD49}" type="presOf" srcId="{7447781E-4A1C-4ACB-96C4-086E9280EB5F}" destId="{85AD4193-CF0B-4D6D-A3C7-B307DE70A721}" srcOrd="1" destOrd="0" presId="urn:microsoft.com/office/officeart/2016/7/layout/LinearBlockProcessNumbered"/>
    <dgm:cxn modelId="{CC62D1C6-C5B7-4DD9-A581-2FE344C9874B}" srcId="{A446289C-7E35-462A-AA40-F5A11D21D6A0}" destId="{C4C96215-7541-4A0E-AAFB-7A7A40E62DE1}" srcOrd="3" destOrd="0" parTransId="{80BEB826-F4C5-4C0C-A594-D93A64CA1EFF}" sibTransId="{BA49B299-016F-435B-93BD-0C34558CDBE2}"/>
    <dgm:cxn modelId="{CBD321D5-64F1-4323-97A6-9849ACE7857E}" type="presOf" srcId="{BDBB4677-7764-47DD-A2DE-07CD9C6C28AE}" destId="{2ECE1D3F-B38D-46E9-A3EF-DBCD4D790CBD}" srcOrd="0" destOrd="0" presId="urn:microsoft.com/office/officeart/2016/7/layout/LinearBlockProcessNumbered"/>
    <dgm:cxn modelId="{A1FF1FF4-4D8F-4358-B7EA-864D0D36B83B}" srcId="{A446289C-7E35-462A-AA40-F5A11D21D6A0}" destId="{62448284-4C69-4E81-848A-2D66731EC5D6}" srcOrd="0" destOrd="0" parTransId="{8278C6C4-DE6D-41A6-B24C-7A0B97C158BF}" sibTransId="{BDBB4677-7764-47DD-A2DE-07CD9C6C28AE}"/>
    <dgm:cxn modelId="{955A42F6-FB1B-4F67-879F-3FCDA1AC9DC5}" type="presOf" srcId="{A2A37C00-A221-40A6-B7AD-901C06F0DD40}" destId="{DA3FBC81-A7AF-4FBE-A502-1F155AA4E3ED}" srcOrd="0" destOrd="0" presId="urn:microsoft.com/office/officeart/2016/7/layout/LinearBlockProcessNumbered"/>
    <dgm:cxn modelId="{B6CE49F8-0B51-4931-A974-ACE43D91F83A}" type="presOf" srcId="{7447781E-4A1C-4ACB-96C4-086E9280EB5F}" destId="{E9F5E05A-9244-4C61-872C-48A7073E2945}" srcOrd="0" destOrd="0" presId="urn:microsoft.com/office/officeart/2016/7/layout/LinearBlockProcessNumbered"/>
    <dgm:cxn modelId="{B8345AFF-8590-4EFF-A146-86CAC868F0E7}" srcId="{A446289C-7E35-462A-AA40-F5A11D21D6A0}" destId="{7447781E-4A1C-4ACB-96C4-086E9280EB5F}" srcOrd="2" destOrd="0" parTransId="{43C8AFEB-42C8-4C41-A764-353316421D13}" sibTransId="{A2A37C00-A221-40A6-B7AD-901C06F0DD40}"/>
    <dgm:cxn modelId="{F501C3BD-AFF2-4383-A19B-25A3E6640FD8}" type="presParOf" srcId="{7F543176-504A-4BA5-9E9A-BD7419481AAE}" destId="{D1F71C6B-C9BD-46BF-9979-6A3C499E4370}" srcOrd="0" destOrd="0" presId="urn:microsoft.com/office/officeart/2016/7/layout/LinearBlockProcessNumbered"/>
    <dgm:cxn modelId="{2B58E9C2-8EBD-47BB-9B1C-B98FB7A28892}" type="presParOf" srcId="{D1F71C6B-C9BD-46BF-9979-6A3C499E4370}" destId="{8DFE27B8-0ACE-461C-B825-0A4C438D0B78}" srcOrd="0" destOrd="0" presId="urn:microsoft.com/office/officeart/2016/7/layout/LinearBlockProcessNumbered"/>
    <dgm:cxn modelId="{407EC088-100E-42B5-B6B8-7A7211234410}" type="presParOf" srcId="{D1F71C6B-C9BD-46BF-9979-6A3C499E4370}" destId="{2ECE1D3F-B38D-46E9-A3EF-DBCD4D790CBD}" srcOrd="1" destOrd="0" presId="urn:microsoft.com/office/officeart/2016/7/layout/LinearBlockProcessNumbered"/>
    <dgm:cxn modelId="{56FC09AF-257D-4BDB-8E0F-A219E3BE73A0}" type="presParOf" srcId="{D1F71C6B-C9BD-46BF-9979-6A3C499E4370}" destId="{DA7ACF66-0E0E-41D2-810B-54A00263EF84}" srcOrd="2" destOrd="0" presId="urn:microsoft.com/office/officeart/2016/7/layout/LinearBlockProcessNumbered"/>
    <dgm:cxn modelId="{F0AE2A84-3091-4577-A454-0B164142D4A1}" type="presParOf" srcId="{7F543176-504A-4BA5-9E9A-BD7419481AAE}" destId="{5B615BF8-2310-4100-9F5F-DB1F21708152}" srcOrd="1" destOrd="0" presId="urn:microsoft.com/office/officeart/2016/7/layout/LinearBlockProcessNumbered"/>
    <dgm:cxn modelId="{502B8FA6-DF2D-44A6-901C-604B7589598C}" type="presParOf" srcId="{7F543176-504A-4BA5-9E9A-BD7419481AAE}" destId="{77AB54BF-E52A-4251-A245-9CA93EB12FF9}" srcOrd="2" destOrd="0" presId="urn:microsoft.com/office/officeart/2016/7/layout/LinearBlockProcessNumbered"/>
    <dgm:cxn modelId="{841CA147-BF60-4DE9-8198-E96A8C791558}" type="presParOf" srcId="{77AB54BF-E52A-4251-A245-9CA93EB12FF9}" destId="{C8B85CDC-8F99-4351-987C-E90161421B8E}" srcOrd="0" destOrd="0" presId="urn:microsoft.com/office/officeart/2016/7/layout/LinearBlockProcessNumbered"/>
    <dgm:cxn modelId="{B3184567-E7B6-4CBF-A97B-B265CB527A41}" type="presParOf" srcId="{77AB54BF-E52A-4251-A245-9CA93EB12FF9}" destId="{6D30740C-D4DC-441F-BAC0-00E178FE01BC}" srcOrd="1" destOrd="0" presId="urn:microsoft.com/office/officeart/2016/7/layout/LinearBlockProcessNumbered"/>
    <dgm:cxn modelId="{2D078015-86A6-4D94-975D-00F10D77357D}" type="presParOf" srcId="{77AB54BF-E52A-4251-A245-9CA93EB12FF9}" destId="{EE447519-9394-4E45-977E-55547B06C58C}" srcOrd="2" destOrd="0" presId="urn:microsoft.com/office/officeart/2016/7/layout/LinearBlockProcessNumbered"/>
    <dgm:cxn modelId="{C80AB773-81DD-48A3-A425-1F947FBBE370}" type="presParOf" srcId="{7F543176-504A-4BA5-9E9A-BD7419481AAE}" destId="{45D237A7-9568-493C-B832-8B7F162BD5FF}" srcOrd="3" destOrd="0" presId="urn:microsoft.com/office/officeart/2016/7/layout/LinearBlockProcessNumbered"/>
    <dgm:cxn modelId="{C5A017F8-66E7-4A6A-9039-E698E8CBB6B5}" type="presParOf" srcId="{7F543176-504A-4BA5-9E9A-BD7419481AAE}" destId="{85B93BCA-10DF-4709-8854-C86C2CCEBB2A}" srcOrd="4" destOrd="0" presId="urn:microsoft.com/office/officeart/2016/7/layout/LinearBlockProcessNumbered"/>
    <dgm:cxn modelId="{B9993922-4659-4D81-B45E-0F853871062B}" type="presParOf" srcId="{85B93BCA-10DF-4709-8854-C86C2CCEBB2A}" destId="{E9F5E05A-9244-4C61-872C-48A7073E2945}" srcOrd="0" destOrd="0" presId="urn:microsoft.com/office/officeart/2016/7/layout/LinearBlockProcessNumbered"/>
    <dgm:cxn modelId="{BD9C581D-7F1D-4B98-A578-22E60BBF0135}" type="presParOf" srcId="{85B93BCA-10DF-4709-8854-C86C2CCEBB2A}" destId="{DA3FBC81-A7AF-4FBE-A502-1F155AA4E3ED}" srcOrd="1" destOrd="0" presId="urn:microsoft.com/office/officeart/2016/7/layout/LinearBlockProcessNumbered"/>
    <dgm:cxn modelId="{6B294F51-77EE-455A-BD31-56BA28FF0644}" type="presParOf" srcId="{85B93BCA-10DF-4709-8854-C86C2CCEBB2A}" destId="{85AD4193-CF0B-4D6D-A3C7-B307DE70A721}" srcOrd="2" destOrd="0" presId="urn:microsoft.com/office/officeart/2016/7/layout/LinearBlockProcessNumbered"/>
    <dgm:cxn modelId="{8BC96D9C-DBBA-4103-844E-94EBA37C2DA5}" type="presParOf" srcId="{7F543176-504A-4BA5-9E9A-BD7419481AAE}" destId="{AFA5C444-674C-47FF-948A-F82C74E45321}" srcOrd="5" destOrd="0" presId="urn:microsoft.com/office/officeart/2016/7/layout/LinearBlockProcessNumbered"/>
    <dgm:cxn modelId="{7E348C2A-DC6A-44EC-87BA-6B3324E32E4D}" type="presParOf" srcId="{7F543176-504A-4BA5-9E9A-BD7419481AAE}" destId="{6D383407-CDD1-4B71-B46C-E35DBF8274C7}" srcOrd="6" destOrd="0" presId="urn:microsoft.com/office/officeart/2016/7/layout/LinearBlockProcessNumbered"/>
    <dgm:cxn modelId="{D53FD0EA-FC2D-4CD2-A4C3-7CA51A8C1CB9}" type="presParOf" srcId="{6D383407-CDD1-4B71-B46C-E35DBF8274C7}" destId="{ED6421DF-6A49-43AB-9906-2980EA7354B4}" srcOrd="0" destOrd="0" presId="urn:microsoft.com/office/officeart/2016/7/layout/LinearBlockProcessNumbered"/>
    <dgm:cxn modelId="{AE5CCFAF-AB11-4090-BB52-EE7D26E95F40}" type="presParOf" srcId="{6D383407-CDD1-4B71-B46C-E35DBF8274C7}" destId="{AE607174-399A-4C65-817B-21340F80D456}" srcOrd="1" destOrd="0" presId="urn:microsoft.com/office/officeart/2016/7/layout/LinearBlockProcessNumbered"/>
    <dgm:cxn modelId="{FCFC909A-5F58-49C6-8EB4-988181BF3D6C}" type="presParOf" srcId="{6D383407-CDD1-4B71-B46C-E35DBF8274C7}" destId="{6F34622A-2703-4454-A4B4-A004C038B0BE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262FBD-2CAC-4784-AE4F-6C4A79D265D5}">
      <dsp:nvSpPr>
        <dsp:cNvPr id="0" name=""/>
        <dsp:cNvSpPr/>
      </dsp:nvSpPr>
      <dsp:spPr>
        <a:xfrm>
          <a:off x="684914" y="288975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B1A453-8DA8-49E7-AD82-F04983596594}">
      <dsp:nvSpPr>
        <dsp:cNvPr id="0" name=""/>
        <dsp:cNvSpPr/>
      </dsp:nvSpPr>
      <dsp:spPr>
        <a:xfrm>
          <a:off x="918914" y="522975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FA787D-D48D-4712-855D-E6164C542173}">
      <dsp:nvSpPr>
        <dsp:cNvPr id="0" name=""/>
        <dsp:cNvSpPr/>
      </dsp:nvSpPr>
      <dsp:spPr>
        <a:xfrm>
          <a:off x="333914" y="1728975"/>
          <a:ext cx="1800000" cy="21748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2000" b="1" kern="1200"/>
            <a:t>Teachers Point of View</a:t>
          </a:r>
          <a:endParaRPr lang="en-US" sz="2000" b="1" kern="1200"/>
        </a:p>
      </dsp:txBody>
      <dsp:txXfrm>
        <a:off x="333914" y="1728975"/>
        <a:ext cx="1800000" cy="2174853"/>
      </dsp:txXfrm>
    </dsp:sp>
    <dsp:sp modelId="{CFEA644A-9674-4C20-BBE0-FC315D7B64FB}">
      <dsp:nvSpPr>
        <dsp:cNvPr id="0" name=""/>
        <dsp:cNvSpPr/>
      </dsp:nvSpPr>
      <dsp:spPr>
        <a:xfrm>
          <a:off x="2799914" y="288975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AF86D8-1F63-4404-913A-2FD45435DF03}">
      <dsp:nvSpPr>
        <dsp:cNvPr id="0" name=""/>
        <dsp:cNvSpPr/>
      </dsp:nvSpPr>
      <dsp:spPr>
        <a:xfrm>
          <a:off x="3033914" y="522975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871CE1-C5B1-48C9-805E-690C0D6B7677}">
      <dsp:nvSpPr>
        <dsp:cNvPr id="0" name=""/>
        <dsp:cNvSpPr/>
      </dsp:nvSpPr>
      <dsp:spPr>
        <a:xfrm>
          <a:off x="2448914" y="1728975"/>
          <a:ext cx="1800000" cy="21748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2000" b="1" kern="1200" dirty="0"/>
            <a:t>How learners will understand the problem?</a:t>
          </a:r>
          <a:endParaRPr lang="en-US" sz="2000" b="1" kern="1200" dirty="0"/>
        </a:p>
      </dsp:txBody>
      <dsp:txXfrm>
        <a:off x="2448914" y="1728975"/>
        <a:ext cx="1800000" cy="2174853"/>
      </dsp:txXfrm>
    </dsp:sp>
    <dsp:sp modelId="{298964D4-1705-4E68-BBED-9BD5BDDB1F17}">
      <dsp:nvSpPr>
        <dsp:cNvPr id="0" name=""/>
        <dsp:cNvSpPr/>
      </dsp:nvSpPr>
      <dsp:spPr>
        <a:xfrm>
          <a:off x="4914914" y="288975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D3597F-246B-4F59-8ABF-D85A790CABEB}">
      <dsp:nvSpPr>
        <dsp:cNvPr id="0" name=""/>
        <dsp:cNvSpPr/>
      </dsp:nvSpPr>
      <dsp:spPr>
        <a:xfrm>
          <a:off x="5148914" y="522975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53C87D-B5C9-446C-AE83-FE5C66D3E909}">
      <dsp:nvSpPr>
        <dsp:cNvPr id="0" name=""/>
        <dsp:cNvSpPr/>
      </dsp:nvSpPr>
      <dsp:spPr>
        <a:xfrm>
          <a:off x="4563914" y="1728975"/>
          <a:ext cx="1800000" cy="21748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2000" b="1" kern="1200"/>
            <a:t>What will be the point of concern will studying the research project?</a:t>
          </a:r>
          <a:endParaRPr lang="en-US" sz="2000" b="1" kern="1200"/>
        </a:p>
      </dsp:txBody>
      <dsp:txXfrm>
        <a:off x="4563914" y="1728975"/>
        <a:ext cx="1800000" cy="2174853"/>
      </dsp:txXfrm>
    </dsp:sp>
    <dsp:sp modelId="{FF123B74-E8FC-4E52-A475-F95675BF3753}">
      <dsp:nvSpPr>
        <dsp:cNvPr id="0" name=""/>
        <dsp:cNvSpPr/>
      </dsp:nvSpPr>
      <dsp:spPr>
        <a:xfrm>
          <a:off x="7029914" y="288975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B1CEEE-0CCF-4B04-9997-3294DDB6629D}">
      <dsp:nvSpPr>
        <dsp:cNvPr id="0" name=""/>
        <dsp:cNvSpPr/>
      </dsp:nvSpPr>
      <dsp:spPr>
        <a:xfrm>
          <a:off x="7263914" y="522975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069DD1-61AD-43C8-AD65-E5204883BA4F}">
      <dsp:nvSpPr>
        <dsp:cNvPr id="0" name=""/>
        <dsp:cNvSpPr/>
      </dsp:nvSpPr>
      <dsp:spPr>
        <a:xfrm>
          <a:off x="6678914" y="1728975"/>
          <a:ext cx="1800000" cy="21748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2000" b="1" kern="1200"/>
            <a:t>How much time will be taken by students for solving or completing the problem?</a:t>
          </a:r>
          <a:endParaRPr lang="en-US" sz="2000" b="1" kern="1200"/>
        </a:p>
      </dsp:txBody>
      <dsp:txXfrm>
        <a:off x="6678914" y="1728975"/>
        <a:ext cx="1800000" cy="2174853"/>
      </dsp:txXfrm>
    </dsp:sp>
    <dsp:sp modelId="{CA745B4A-19E7-41FC-9747-68AF3F2C6C68}">
      <dsp:nvSpPr>
        <dsp:cNvPr id="0" name=""/>
        <dsp:cNvSpPr/>
      </dsp:nvSpPr>
      <dsp:spPr>
        <a:xfrm>
          <a:off x="9144914" y="288975"/>
          <a:ext cx="1098000" cy="109800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C661F1-65BD-4AF9-BE5A-DF5FE23FC3E8}">
      <dsp:nvSpPr>
        <dsp:cNvPr id="0" name=""/>
        <dsp:cNvSpPr/>
      </dsp:nvSpPr>
      <dsp:spPr>
        <a:xfrm>
          <a:off x="9378914" y="522975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68461C-775E-4795-8C76-AF11980F90E2}">
      <dsp:nvSpPr>
        <dsp:cNvPr id="0" name=""/>
        <dsp:cNvSpPr/>
      </dsp:nvSpPr>
      <dsp:spPr>
        <a:xfrm>
          <a:off x="8793914" y="1728975"/>
          <a:ext cx="1800000" cy="21748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2000" b="1" kern="1200"/>
            <a:t>What resources should be provided for the project?</a:t>
          </a:r>
          <a:endParaRPr lang="en-US" sz="2000" b="1" kern="1200"/>
        </a:p>
      </dsp:txBody>
      <dsp:txXfrm>
        <a:off x="8793914" y="1728975"/>
        <a:ext cx="1800000" cy="217485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FFAE9B-EB74-46F8-92A4-E535DE6FF602}">
      <dsp:nvSpPr>
        <dsp:cNvPr id="0" name=""/>
        <dsp:cNvSpPr/>
      </dsp:nvSpPr>
      <dsp:spPr>
        <a:xfrm>
          <a:off x="205509" y="828340"/>
          <a:ext cx="911674" cy="91167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AA7BD1-6D6E-4F8E-8D39-60CDAC8F669F}">
      <dsp:nvSpPr>
        <dsp:cNvPr id="0" name=""/>
        <dsp:cNvSpPr/>
      </dsp:nvSpPr>
      <dsp:spPr>
        <a:xfrm>
          <a:off x="396960" y="1019791"/>
          <a:ext cx="528770" cy="5287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5A5650-0CA9-41F5-A322-C6102E7E6791}">
      <dsp:nvSpPr>
        <dsp:cNvPr id="0" name=""/>
        <dsp:cNvSpPr/>
      </dsp:nvSpPr>
      <dsp:spPr>
        <a:xfrm>
          <a:off x="1312541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/>
            <a:t>What are Government policies ?</a:t>
          </a:r>
          <a:endParaRPr lang="en-US" sz="2000" b="1" kern="1200" dirty="0"/>
        </a:p>
      </dsp:txBody>
      <dsp:txXfrm>
        <a:off x="1312541" y="828340"/>
        <a:ext cx="2148945" cy="911674"/>
      </dsp:txXfrm>
    </dsp:sp>
    <dsp:sp modelId="{642B03A4-6192-4423-9DA8-AB8FE01E5E72}">
      <dsp:nvSpPr>
        <dsp:cNvPr id="0" name=""/>
        <dsp:cNvSpPr/>
      </dsp:nvSpPr>
      <dsp:spPr>
        <a:xfrm>
          <a:off x="3835925" y="828340"/>
          <a:ext cx="911674" cy="91167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F66EDA-6180-4CD5-A367-AFF691ECD972}">
      <dsp:nvSpPr>
        <dsp:cNvPr id="0" name=""/>
        <dsp:cNvSpPr/>
      </dsp:nvSpPr>
      <dsp:spPr>
        <a:xfrm>
          <a:off x="4027376" y="1019791"/>
          <a:ext cx="528770" cy="5287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140612-107E-4FAF-8292-2B71CC283D99}">
      <dsp:nvSpPr>
        <dsp:cNvPr id="0" name=""/>
        <dsp:cNvSpPr/>
      </dsp:nvSpPr>
      <dsp:spPr>
        <a:xfrm>
          <a:off x="4942957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/>
            <a:t>What difficulties did you face while surveying the problem?</a:t>
          </a:r>
          <a:endParaRPr lang="en-US" sz="2000" b="1" kern="1200"/>
        </a:p>
      </dsp:txBody>
      <dsp:txXfrm>
        <a:off x="4942957" y="828340"/>
        <a:ext cx="2148945" cy="911674"/>
      </dsp:txXfrm>
    </dsp:sp>
    <dsp:sp modelId="{1F2FF4E4-039E-4823-ACA5-B4CD0A3E4F59}">
      <dsp:nvSpPr>
        <dsp:cNvPr id="0" name=""/>
        <dsp:cNvSpPr/>
      </dsp:nvSpPr>
      <dsp:spPr>
        <a:xfrm>
          <a:off x="7466341" y="828340"/>
          <a:ext cx="911674" cy="91167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C1BD24-32C8-4F0C-B4F9-54AC7457072B}">
      <dsp:nvSpPr>
        <dsp:cNvPr id="0" name=""/>
        <dsp:cNvSpPr/>
      </dsp:nvSpPr>
      <dsp:spPr>
        <a:xfrm>
          <a:off x="7657792" y="1019791"/>
          <a:ext cx="528770" cy="52877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52D9FC-0644-4CC2-B1CE-2D075685B0E6}">
      <dsp:nvSpPr>
        <dsp:cNvPr id="0" name=""/>
        <dsp:cNvSpPr/>
      </dsp:nvSpPr>
      <dsp:spPr>
        <a:xfrm>
          <a:off x="8573374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/>
            <a:t>How do we know if the topic is researchable and relevant?</a:t>
          </a:r>
          <a:endParaRPr lang="en-US" sz="2000" b="1" kern="1200"/>
        </a:p>
      </dsp:txBody>
      <dsp:txXfrm>
        <a:off x="8573374" y="828340"/>
        <a:ext cx="2148945" cy="911674"/>
      </dsp:txXfrm>
    </dsp:sp>
    <dsp:sp modelId="{A2A25111-82C5-40BE-97EE-DBE6AFF15012}">
      <dsp:nvSpPr>
        <dsp:cNvPr id="0" name=""/>
        <dsp:cNvSpPr/>
      </dsp:nvSpPr>
      <dsp:spPr>
        <a:xfrm>
          <a:off x="205509" y="2452790"/>
          <a:ext cx="911674" cy="91167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1EE5F0-B048-499A-BF64-26F469BAF39E}">
      <dsp:nvSpPr>
        <dsp:cNvPr id="0" name=""/>
        <dsp:cNvSpPr/>
      </dsp:nvSpPr>
      <dsp:spPr>
        <a:xfrm>
          <a:off x="396960" y="2644242"/>
          <a:ext cx="528770" cy="52877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5EC339-1F90-4108-95E5-5E13E930FBE0}">
      <dsp:nvSpPr>
        <dsp:cNvPr id="0" name=""/>
        <dsp:cNvSpPr/>
      </dsp:nvSpPr>
      <dsp:spPr>
        <a:xfrm>
          <a:off x="1312541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/>
            <a:t>Is selected topic related to our practical experiments or field work?</a:t>
          </a:r>
          <a:endParaRPr lang="en-US" sz="2000" b="1" kern="1200"/>
        </a:p>
      </dsp:txBody>
      <dsp:txXfrm>
        <a:off x="1312541" y="2452790"/>
        <a:ext cx="2148945" cy="911674"/>
      </dsp:txXfrm>
    </dsp:sp>
    <dsp:sp modelId="{C83EB05A-9D77-4D58-BB9E-61C695DFF922}">
      <dsp:nvSpPr>
        <dsp:cNvPr id="0" name=""/>
        <dsp:cNvSpPr/>
      </dsp:nvSpPr>
      <dsp:spPr>
        <a:xfrm>
          <a:off x="3835925" y="2452790"/>
          <a:ext cx="911674" cy="911674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AF91DA-940B-4862-8AA5-03927B9BCD22}">
      <dsp:nvSpPr>
        <dsp:cNvPr id="0" name=""/>
        <dsp:cNvSpPr/>
      </dsp:nvSpPr>
      <dsp:spPr>
        <a:xfrm>
          <a:off x="4027376" y="2644242"/>
          <a:ext cx="528770" cy="52877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203CD7-B850-45E9-A1D3-D47B81AF3F93}">
      <dsp:nvSpPr>
        <dsp:cNvPr id="0" name=""/>
        <dsp:cNvSpPr/>
      </dsp:nvSpPr>
      <dsp:spPr>
        <a:xfrm>
          <a:off x="4942957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/>
            <a:t>How narrow or broad should the research topic be?</a:t>
          </a:r>
          <a:endParaRPr lang="en-US" sz="2000" b="1" kern="1200"/>
        </a:p>
      </dsp:txBody>
      <dsp:txXfrm>
        <a:off x="4942957" y="2452790"/>
        <a:ext cx="2148945" cy="911674"/>
      </dsp:txXfrm>
    </dsp:sp>
    <dsp:sp modelId="{1F0FFCCE-C9DE-4B68-97F2-9E38089A8242}">
      <dsp:nvSpPr>
        <dsp:cNvPr id="0" name=""/>
        <dsp:cNvSpPr/>
      </dsp:nvSpPr>
      <dsp:spPr>
        <a:xfrm>
          <a:off x="7466341" y="2452790"/>
          <a:ext cx="911674" cy="91167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D77999-1391-43BC-B463-42AD0552DC23}">
      <dsp:nvSpPr>
        <dsp:cNvPr id="0" name=""/>
        <dsp:cNvSpPr/>
      </dsp:nvSpPr>
      <dsp:spPr>
        <a:xfrm>
          <a:off x="7657792" y="2644242"/>
          <a:ext cx="528770" cy="52877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7E3159-91E2-4DF1-9DD8-75F137824187}">
      <dsp:nvSpPr>
        <dsp:cNvPr id="0" name=""/>
        <dsp:cNvSpPr/>
      </dsp:nvSpPr>
      <dsp:spPr>
        <a:xfrm>
          <a:off x="8573374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/>
            <a:t>What are the challenges and opportunities in plastic waste management?</a:t>
          </a:r>
          <a:endParaRPr lang="en-US" sz="2000" b="1" kern="1200"/>
        </a:p>
      </dsp:txBody>
      <dsp:txXfrm>
        <a:off x="8573374" y="2452790"/>
        <a:ext cx="2148945" cy="91167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6F3541-9E8E-494D-9144-438EEA11FD35}">
      <dsp:nvSpPr>
        <dsp:cNvPr id="0" name=""/>
        <dsp:cNvSpPr/>
      </dsp:nvSpPr>
      <dsp:spPr>
        <a:xfrm>
          <a:off x="403942" y="312969"/>
          <a:ext cx="816576" cy="81657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A5AB8A-A6E8-4B5D-96E2-E6D0FE793739}">
      <dsp:nvSpPr>
        <dsp:cNvPr id="0" name=""/>
        <dsp:cNvSpPr/>
      </dsp:nvSpPr>
      <dsp:spPr>
        <a:xfrm>
          <a:off x="575423" y="484450"/>
          <a:ext cx="473614" cy="47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525E55-7016-4C60-8502-1186957BB970}">
      <dsp:nvSpPr>
        <dsp:cNvPr id="0" name=""/>
        <dsp:cNvSpPr/>
      </dsp:nvSpPr>
      <dsp:spPr>
        <a:xfrm>
          <a:off x="1395500" y="312969"/>
          <a:ext cx="1924787" cy="8165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Objective: Understand the human impact of plastic pollution</a:t>
          </a:r>
          <a:endParaRPr lang="en-US" sz="1800" kern="1200"/>
        </a:p>
      </dsp:txBody>
      <dsp:txXfrm>
        <a:off x="1395500" y="312969"/>
        <a:ext cx="1924787" cy="816576"/>
      </dsp:txXfrm>
    </dsp:sp>
    <dsp:sp modelId="{20808D5C-C0DC-4607-B4FA-72F99874036E}">
      <dsp:nvSpPr>
        <dsp:cNvPr id="0" name=""/>
        <dsp:cNvSpPr/>
      </dsp:nvSpPr>
      <dsp:spPr>
        <a:xfrm>
          <a:off x="3655667" y="312969"/>
          <a:ext cx="816576" cy="81657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226102-0870-4299-AB86-B4C19BC437BF}">
      <dsp:nvSpPr>
        <dsp:cNvPr id="0" name=""/>
        <dsp:cNvSpPr/>
      </dsp:nvSpPr>
      <dsp:spPr>
        <a:xfrm>
          <a:off x="3827148" y="484450"/>
          <a:ext cx="473614" cy="47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560D30-0750-4225-8025-C3FC4945A0F1}">
      <dsp:nvSpPr>
        <dsp:cNvPr id="0" name=""/>
        <dsp:cNvSpPr/>
      </dsp:nvSpPr>
      <dsp:spPr>
        <a:xfrm>
          <a:off x="4647224" y="312969"/>
          <a:ext cx="1924787" cy="8165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Conduct interviews with sanitation workers and residents</a:t>
          </a:r>
          <a:endParaRPr lang="en-US" sz="1800" kern="1200"/>
        </a:p>
      </dsp:txBody>
      <dsp:txXfrm>
        <a:off x="4647224" y="312969"/>
        <a:ext cx="1924787" cy="816576"/>
      </dsp:txXfrm>
    </dsp:sp>
    <dsp:sp modelId="{3D75F614-6FDE-4689-8AC6-04D8FAA44606}">
      <dsp:nvSpPr>
        <dsp:cNvPr id="0" name=""/>
        <dsp:cNvSpPr/>
      </dsp:nvSpPr>
      <dsp:spPr>
        <a:xfrm>
          <a:off x="6907392" y="312969"/>
          <a:ext cx="816576" cy="81657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E3E193-AA60-4042-8B48-EE81ED330F3C}">
      <dsp:nvSpPr>
        <dsp:cNvPr id="0" name=""/>
        <dsp:cNvSpPr/>
      </dsp:nvSpPr>
      <dsp:spPr>
        <a:xfrm>
          <a:off x="7078873" y="484450"/>
          <a:ext cx="473614" cy="47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CBED6D-8D43-4645-B77C-BE7A70EC9EB5}">
      <dsp:nvSpPr>
        <dsp:cNvPr id="0" name=""/>
        <dsp:cNvSpPr/>
      </dsp:nvSpPr>
      <dsp:spPr>
        <a:xfrm>
          <a:off x="7898949" y="312969"/>
          <a:ext cx="1924787" cy="8165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Observe waste disposal behavior in the community</a:t>
          </a:r>
          <a:endParaRPr lang="en-US" sz="1800" kern="1200"/>
        </a:p>
      </dsp:txBody>
      <dsp:txXfrm>
        <a:off x="7898949" y="312969"/>
        <a:ext cx="1924787" cy="816576"/>
      </dsp:txXfrm>
    </dsp:sp>
    <dsp:sp modelId="{B99D2A91-77F2-4D4C-8155-22547AD8A5F0}">
      <dsp:nvSpPr>
        <dsp:cNvPr id="0" name=""/>
        <dsp:cNvSpPr/>
      </dsp:nvSpPr>
      <dsp:spPr>
        <a:xfrm>
          <a:off x="403942" y="1592251"/>
          <a:ext cx="816576" cy="81657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4EB59A-42CC-44F9-9234-49FAB4E989A4}">
      <dsp:nvSpPr>
        <dsp:cNvPr id="0" name=""/>
        <dsp:cNvSpPr/>
      </dsp:nvSpPr>
      <dsp:spPr>
        <a:xfrm>
          <a:off x="575423" y="1763732"/>
          <a:ext cx="473614" cy="47361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45C7B6-2370-44AD-901F-81EA8AF73853}">
      <dsp:nvSpPr>
        <dsp:cNvPr id="0" name=""/>
        <dsp:cNvSpPr/>
      </dsp:nvSpPr>
      <dsp:spPr>
        <a:xfrm>
          <a:off x="1395500" y="1592251"/>
          <a:ext cx="1924787" cy="8165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Create stakeholder persona profiles</a:t>
          </a:r>
          <a:endParaRPr lang="en-US" sz="1800" kern="1200"/>
        </a:p>
      </dsp:txBody>
      <dsp:txXfrm>
        <a:off x="1395500" y="1592251"/>
        <a:ext cx="1924787" cy="816576"/>
      </dsp:txXfrm>
    </dsp:sp>
    <dsp:sp modelId="{F548FDA5-A199-40D9-A139-F90327252425}">
      <dsp:nvSpPr>
        <dsp:cNvPr id="0" name=""/>
        <dsp:cNvSpPr/>
      </dsp:nvSpPr>
      <dsp:spPr>
        <a:xfrm>
          <a:off x="3655667" y="1592251"/>
          <a:ext cx="816576" cy="81657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9BCAB8-5B3F-4BF9-B0DE-5BBC258E9AC6}">
      <dsp:nvSpPr>
        <dsp:cNvPr id="0" name=""/>
        <dsp:cNvSpPr/>
      </dsp:nvSpPr>
      <dsp:spPr>
        <a:xfrm>
          <a:off x="3827148" y="1763732"/>
          <a:ext cx="473614" cy="47361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35FB65-1BE9-4629-8CED-C0EAA5C39D3D}">
      <dsp:nvSpPr>
        <dsp:cNvPr id="0" name=""/>
        <dsp:cNvSpPr/>
      </dsp:nvSpPr>
      <dsp:spPr>
        <a:xfrm>
          <a:off x="4647224" y="1592251"/>
          <a:ext cx="1924787" cy="8165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800" kern="1200" dirty="0"/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Cognitive level: understanding and applying</a:t>
          </a:r>
          <a:endParaRPr lang="en-US" sz="1800" kern="1200" dirty="0"/>
        </a:p>
      </dsp:txBody>
      <dsp:txXfrm>
        <a:off x="4647224" y="1592251"/>
        <a:ext cx="1924787" cy="81657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FE27B8-0ACE-461C-B825-0A4C438D0B78}">
      <dsp:nvSpPr>
        <dsp:cNvPr id="0" name=""/>
        <dsp:cNvSpPr/>
      </dsp:nvSpPr>
      <dsp:spPr>
        <a:xfrm>
          <a:off x="211" y="335770"/>
          <a:ext cx="2551881" cy="306225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2069" tIns="0" rIns="252069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Remembering &amp; Understanding: Identify plastic types (PET, HDPE) and degradation rates</a:t>
          </a:r>
        </a:p>
      </dsp:txBody>
      <dsp:txXfrm>
        <a:off x="211" y="1560673"/>
        <a:ext cx="2551881" cy="1837354"/>
      </dsp:txXfrm>
    </dsp:sp>
    <dsp:sp modelId="{2ECE1D3F-B38D-46E9-A3EF-DBCD4D790CBD}">
      <dsp:nvSpPr>
        <dsp:cNvPr id="0" name=""/>
        <dsp:cNvSpPr/>
      </dsp:nvSpPr>
      <dsp:spPr>
        <a:xfrm>
          <a:off x="211" y="335770"/>
          <a:ext cx="2551881" cy="1224903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2069" tIns="165100" rIns="252069" bIns="165100" numCol="1" spcCol="1270" anchor="ctr" anchorCtr="0">
          <a:noAutofit/>
        </a:bodyPr>
        <a:lstStyle/>
        <a:p>
          <a:pPr marL="0" lvl="0" indent="0" algn="l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kern="1200"/>
            <a:t>01</a:t>
          </a:r>
        </a:p>
      </dsp:txBody>
      <dsp:txXfrm>
        <a:off x="211" y="335770"/>
        <a:ext cx="2551881" cy="1224903"/>
      </dsp:txXfrm>
    </dsp:sp>
    <dsp:sp modelId="{C8B85CDC-8F99-4351-987C-E90161421B8E}">
      <dsp:nvSpPr>
        <dsp:cNvPr id="0" name=""/>
        <dsp:cNvSpPr/>
      </dsp:nvSpPr>
      <dsp:spPr>
        <a:xfrm>
          <a:off x="2756243" y="335770"/>
          <a:ext cx="2551881" cy="306225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2069" tIns="0" rIns="252069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Applying &amp; Analyzing: Map local pollution hotspots using environmental data</a:t>
          </a:r>
        </a:p>
      </dsp:txBody>
      <dsp:txXfrm>
        <a:off x="2756243" y="1560673"/>
        <a:ext cx="2551881" cy="1837354"/>
      </dsp:txXfrm>
    </dsp:sp>
    <dsp:sp modelId="{6D30740C-D4DC-441F-BAC0-00E178FE01BC}">
      <dsp:nvSpPr>
        <dsp:cNvPr id="0" name=""/>
        <dsp:cNvSpPr/>
      </dsp:nvSpPr>
      <dsp:spPr>
        <a:xfrm>
          <a:off x="2756243" y="335770"/>
          <a:ext cx="2551881" cy="1224903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2069" tIns="165100" rIns="252069" bIns="165100" numCol="1" spcCol="1270" anchor="ctr" anchorCtr="0">
          <a:noAutofit/>
        </a:bodyPr>
        <a:lstStyle/>
        <a:p>
          <a:pPr marL="0" lvl="0" indent="0" algn="l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kern="1200"/>
            <a:t>02</a:t>
          </a:r>
        </a:p>
      </dsp:txBody>
      <dsp:txXfrm>
        <a:off x="2756243" y="335770"/>
        <a:ext cx="2551881" cy="1224903"/>
      </dsp:txXfrm>
    </dsp:sp>
    <dsp:sp modelId="{E9F5E05A-9244-4C61-872C-48A7073E2945}">
      <dsp:nvSpPr>
        <dsp:cNvPr id="0" name=""/>
        <dsp:cNvSpPr/>
      </dsp:nvSpPr>
      <dsp:spPr>
        <a:xfrm>
          <a:off x="5512275" y="335770"/>
          <a:ext cx="2551881" cy="306225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2069" tIns="0" rIns="252069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Evaluating: Critically assess existing waste management policies</a:t>
          </a:r>
        </a:p>
      </dsp:txBody>
      <dsp:txXfrm>
        <a:off x="5512275" y="1560673"/>
        <a:ext cx="2551881" cy="1837354"/>
      </dsp:txXfrm>
    </dsp:sp>
    <dsp:sp modelId="{DA3FBC81-A7AF-4FBE-A502-1F155AA4E3ED}">
      <dsp:nvSpPr>
        <dsp:cNvPr id="0" name=""/>
        <dsp:cNvSpPr/>
      </dsp:nvSpPr>
      <dsp:spPr>
        <a:xfrm>
          <a:off x="5512275" y="335770"/>
          <a:ext cx="2551881" cy="1224903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2069" tIns="165100" rIns="252069" bIns="165100" numCol="1" spcCol="1270" anchor="ctr" anchorCtr="0">
          <a:noAutofit/>
        </a:bodyPr>
        <a:lstStyle/>
        <a:p>
          <a:pPr marL="0" lvl="0" indent="0" algn="l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kern="1200"/>
            <a:t>03</a:t>
          </a:r>
        </a:p>
      </dsp:txBody>
      <dsp:txXfrm>
        <a:off x="5512275" y="335770"/>
        <a:ext cx="2551881" cy="1224903"/>
      </dsp:txXfrm>
    </dsp:sp>
    <dsp:sp modelId="{ED6421DF-6A49-43AB-9906-2980EA7354B4}">
      <dsp:nvSpPr>
        <dsp:cNvPr id="0" name=""/>
        <dsp:cNvSpPr/>
      </dsp:nvSpPr>
      <dsp:spPr>
        <a:xfrm>
          <a:off x="8268307" y="335770"/>
          <a:ext cx="2551881" cy="306225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2069" tIns="0" rIns="252069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Creating: Develop innovative solutions using Design Thinking</a:t>
          </a:r>
        </a:p>
      </dsp:txBody>
      <dsp:txXfrm>
        <a:off x="8268307" y="1560673"/>
        <a:ext cx="2551881" cy="1837354"/>
      </dsp:txXfrm>
    </dsp:sp>
    <dsp:sp modelId="{AE607174-399A-4C65-817B-21340F80D456}">
      <dsp:nvSpPr>
        <dsp:cNvPr id="0" name=""/>
        <dsp:cNvSpPr/>
      </dsp:nvSpPr>
      <dsp:spPr>
        <a:xfrm>
          <a:off x="8268307" y="335770"/>
          <a:ext cx="2551881" cy="1224903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2069" tIns="165100" rIns="252069" bIns="165100" numCol="1" spcCol="1270" anchor="ctr" anchorCtr="0">
          <a:noAutofit/>
        </a:bodyPr>
        <a:lstStyle/>
        <a:p>
          <a:pPr marL="0" lvl="0" indent="0" algn="l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kern="1200"/>
            <a:t>04</a:t>
          </a:r>
        </a:p>
      </dsp:txBody>
      <dsp:txXfrm>
        <a:off x="8268307" y="335770"/>
        <a:ext cx="2551881" cy="12249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AFF9-508A-D160-8A53-554D53B10F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677E9A-0BFC-FBCA-FBDB-5EC4A847ED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8BC45-BE7D-8B11-2FAC-5B752D621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BFD6C-FAB2-467F-9A0E-07DADE34F5F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5AE38-D6DE-CFBA-2FF0-E8CD38AAA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EDACE-2B0D-16E9-3240-88D361B89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1FC08-35CE-4C10-BDAE-78C330F4F5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1353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F9C57-60CB-113A-310E-7538AB655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8BD65-2F6A-AF14-984C-64D973C62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880D7-6544-1B5B-F961-7DFB6C2FF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BFD6C-FAB2-467F-9A0E-07DADE34F5F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42ED3-2722-C975-0A77-FB40244DF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81B2F-DD3B-130B-A726-CD28D8D76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1FC08-35CE-4C10-BDAE-78C330F4F5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4581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7F110-31FE-7E2B-D7B1-98AC1A50D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225F7-33D3-9700-1BD3-D86559D890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888F7-2276-5523-67DC-324CAABD4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BFD6C-FAB2-467F-9A0E-07DADE34F5F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8877E-7CA3-62D6-5974-9C9B869F0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19F08C-F7F7-C66D-1F5F-860A80ECE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1FC08-35CE-4C10-BDAE-78C330F4F5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2085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4EA44-042D-D2ED-29BF-2F670418B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47DEB-90E1-7211-A6E3-EFDED50C48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F688CA-F118-8BD8-CA33-07A38FD37E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5CC4B5-EFDB-7D2C-DE1D-2DD790D91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BFD6C-FAB2-467F-9A0E-07DADE34F5F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05448E-EA50-D0C0-28C8-006F30087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C6BE65-1FD6-4A53-1510-13302AE20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1FC08-35CE-4C10-BDAE-78C330F4F5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4780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1E05B-DE1D-8AD4-6FAF-11B7E429A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ED7E4E-0AD0-F7BF-D671-50AE71DEF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17ECD0-67CC-B34C-CF6D-0FD6ACFEEE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29E87E-29C2-6BC3-1098-93DAB6E910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192EEF-C7F8-F751-47B9-0E5CD9AF7D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B73724-A330-023A-5513-77027BECD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BFD6C-FAB2-467F-9A0E-07DADE34F5F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F6294E-1D55-9EBF-F443-07E1755F2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1DD50A-3E72-F99D-9B17-BA7B94A92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1FC08-35CE-4C10-BDAE-78C330F4F5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3145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47DE9-F519-E89D-3E9E-93E8E5E2D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6E1CE1-3915-87F7-09AC-2A32599D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BFD6C-FAB2-467F-9A0E-07DADE34F5F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DACBE7-A059-617F-E706-481A7DB15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6228DE-9C9A-5793-85A1-4BB2B16AF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1FC08-35CE-4C10-BDAE-78C330F4F5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8899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999F3D-BE7F-B5AE-4873-FC972796F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BFD6C-FAB2-467F-9A0E-07DADE34F5F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E1762-534F-5129-C072-6C6ADB653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71FCB8-A1ED-0EC8-19A8-4F891261A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1FC08-35CE-4C10-BDAE-78C330F4F5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8553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396E0-819A-CBC4-7A0A-5DA75EBEE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C47AC-CA97-8BA2-EFB8-F81BAC17C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07B036-3CCD-CD0D-7DC2-0C9A9FA4E6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7ADBFB-5D5C-27F0-EECA-90AA2AD1D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BFD6C-FAB2-467F-9A0E-07DADE34F5F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F86098-734E-4408-8946-73762E29E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099E1E-7F99-8757-E0C5-A65932A6C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1FC08-35CE-4C10-BDAE-78C330F4F5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5361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E24CD-4566-0B80-8312-C2F4E0994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82599A-F502-7C63-88EC-F23E6BBCD1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C600F0-CC8D-E34C-B206-585CFB0CC6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B646D1-E12D-7135-55C5-D9F88B9F1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BFD6C-FAB2-467F-9A0E-07DADE34F5F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214B38-B814-C8B6-BDCF-30F25F210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B89911-5BB8-9467-E758-476DC74FE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1FC08-35CE-4C10-BDAE-78C330F4F5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3426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A250A-053F-39A6-F7C7-D009515C2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696AB1-A656-9079-01D8-76B5BDF1EE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AE9240-5F00-D60F-68E0-43CFD64BC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BFD6C-FAB2-467F-9A0E-07DADE34F5F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EEB28-2DDA-261A-1481-658F0902C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C7933-EC3B-2673-3E1C-5C871404C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1FC08-35CE-4C10-BDAE-78C330F4F5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1736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E1FA55-2C9D-3572-1F46-BD30C11AE1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F69A86-C06B-59FD-2C9D-A61D16EB4B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65FDC-9842-8F3D-48D0-6E8EB6EDC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BFD6C-FAB2-467F-9A0E-07DADE34F5F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72F66-7D64-B669-C8B2-3EE541D14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CA6D2-B00D-20E0-E993-E642F27AA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1FC08-35CE-4C10-BDAE-78C330F4F5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079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AC45C4-7ABC-9BD0-4D32-99249100D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785AC-0F56-91D0-DCC6-54CFDC9E85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E4096-4845-3FE5-575D-E0C243EDD3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CBFD6C-FAB2-467F-9A0E-07DADE34F5F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880AF-28AD-A52F-57C6-DACC772845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1D57E-CC85-A95C-ABD7-D4BBF30EFC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91FC08-35CE-4C10-BDAE-78C330F4F5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4360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DE212F-4325-7856-0AE3-1C22921BE1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4000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GB" sz="5100" dirty="0">
                <a:solidFill>
                  <a:srgbClr val="FFFF00"/>
                </a:solidFill>
              </a:rPr>
              <a:t>Goal</a:t>
            </a:r>
            <a:br>
              <a:rPr lang="en-GB" sz="5100" dirty="0">
                <a:solidFill>
                  <a:srgbClr val="FFFFFF"/>
                </a:solidFill>
              </a:rPr>
            </a:br>
            <a:r>
              <a:rPr lang="en-GB" sz="5100" dirty="0">
                <a:solidFill>
                  <a:srgbClr val="FFFFFF"/>
                </a:solidFill>
              </a:rPr>
              <a:t>Research Project: </a:t>
            </a:r>
            <a:br>
              <a:rPr lang="en-GB" sz="5100" dirty="0">
                <a:solidFill>
                  <a:srgbClr val="FFFFFF"/>
                </a:solidFill>
              </a:rPr>
            </a:br>
            <a:r>
              <a:rPr lang="en-GB" sz="5100" dirty="0">
                <a:solidFill>
                  <a:srgbClr val="FFFFFF"/>
                </a:solidFill>
              </a:rPr>
              <a:t>Combating Plastic Waste Pollution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2062976"/>
          </a:xfrm>
        </p:spPr>
        <p:txBody>
          <a:bodyPr>
            <a:normAutofit fontScale="92500" lnSpcReduction="10000"/>
          </a:bodyPr>
          <a:lstStyle/>
          <a:p>
            <a:r>
              <a:rPr lang="en-GB" dirty="0">
                <a:solidFill>
                  <a:srgbClr val="FFFFFF"/>
                </a:solidFill>
              </a:rPr>
              <a:t>Design Thinking &amp; Cognitive Approach to Environmental Sustainability</a:t>
            </a:r>
          </a:p>
          <a:p>
            <a:r>
              <a:rPr lang="en-GB" dirty="0">
                <a:solidFill>
                  <a:srgbClr val="FFFFFF"/>
                </a:solidFill>
              </a:rPr>
              <a:t>3rd Year Undergraduate Research Task</a:t>
            </a:r>
          </a:p>
          <a:p>
            <a:endParaRPr lang="en-GB" dirty="0">
              <a:solidFill>
                <a:srgbClr val="FFFFFF"/>
              </a:solidFill>
            </a:endParaRPr>
          </a:p>
          <a:p>
            <a:endParaRPr lang="en-GB" dirty="0">
              <a:solidFill>
                <a:srgbClr val="FFFFFF"/>
              </a:solidFill>
            </a:endParaRPr>
          </a:p>
          <a:p>
            <a:r>
              <a:rPr lang="en-GB" b="1" dirty="0">
                <a:solidFill>
                  <a:srgbClr val="FFFFFF"/>
                </a:solidFill>
              </a:rPr>
              <a:t>Team 4 : </a:t>
            </a:r>
            <a:r>
              <a:rPr lang="en-GB" b="1" dirty="0" err="1">
                <a:solidFill>
                  <a:srgbClr val="FFFFFF"/>
                </a:solidFill>
              </a:rPr>
              <a:t>Mindsparks</a:t>
            </a:r>
            <a:endParaRPr lang="en-GB" b="1" dirty="0">
              <a:solidFill>
                <a:srgbClr val="FFFFFF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Design Thinking Process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128616" y="2743200"/>
            <a:ext cx="14630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Inputs</a:t>
            </a:r>
          </a:p>
          <a:p>
            <a:pPr algn="ctr"/>
            <a:r>
              <a:rPr lang="en-GB" dirty="0"/>
              <a:t>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1949982" y="2743200"/>
            <a:ext cx="14630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Empathize</a:t>
            </a:r>
          </a:p>
        </p:txBody>
      </p:sp>
      <p:sp>
        <p:nvSpPr>
          <p:cNvPr id="5" name="Rectangle 4"/>
          <p:cNvSpPr/>
          <p:nvPr/>
        </p:nvSpPr>
        <p:spPr>
          <a:xfrm>
            <a:off x="3771348" y="2743200"/>
            <a:ext cx="14630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Define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561490" y="2743200"/>
            <a:ext cx="14630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Ideate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21896" y="2743200"/>
            <a:ext cx="14630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/>
              <a:t>Prototype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8975250" y="2743200"/>
            <a:ext cx="14630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Test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28604" y="2743200"/>
            <a:ext cx="14630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/>
              <a:t>Outputs</a:t>
            </a:r>
          </a:p>
          <a:p>
            <a:pPr algn="ctr"/>
            <a:r>
              <a:rPr dirty="0"/>
              <a:t>Solutions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87F4A3-11A1-DC7E-86A2-D8872B8A8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17155"/>
            <a:ext cx="4977976" cy="679873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tx2"/>
                </a:solidFill>
              </a:rPr>
              <a:t>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8FEDA-C7EC-2227-416F-2C04B6DE0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253" y="914183"/>
            <a:ext cx="6320661" cy="5146789"/>
          </a:xfrm>
        </p:spPr>
        <p:txBody>
          <a:bodyPr anchor="ctr">
            <a:noAutofit/>
          </a:bodyPr>
          <a:lstStyle/>
          <a:p>
            <a:r>
              <a:rPr lang="en-IN" sz="1800" dirty="0">
                <a:solidFill>
                  <a:schemeClr val="tx2"/>
                </a:solidFill>
              </a:rPr>
              <a:t>Students begin by understanding a </a:t>
            </a:r>
            <a:r>
              <a:rPr lang="en-IN" sz="1800" b="1" dirty="0">
                <a:solidFill>
                  <a:schemeClr val="tx2"/>
                </a:solidFill>
              </a:rPr>
              <a:t>real-world scientific or environmental problem</a:t>
            </a:r>
            <a:r>
              <a:rPr lang="en-IN" sz="1800" dirty="0">
                <a:solidFill>
                  <a:schemeClr val="tx2"/>
                </a:solidFill>
              </a:rPr>
              <a:t> through observation, literature review, or interaction with stakeholders.</a:t>
            </a:r>
            <a:endParaRPr lang="en-GB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IN" sz="1800" dirty="0">
                <a:solidFill>
                  <a:schemeClr val="tx2"/>
                </a:solidFill>
              </a:rPr>
              <a:t>Examples:</a:t>
            </a:r>
            <a:endParaRPr lang="en-GB" sz="1800" dirty="0">
              <a:solidFill>
                <a:schemeClr val="tx2"/>
              </a:solidFill>
            </a:endParaRPr>
          </a:p>
          <a:p>
            <a:pPr lvl="1"/>
            <a:r>
              <a:rPr lang="en-IN" sz="1800" dirty="0">
                <a:solidFill>
                  <a:schemeClr val="tx2"/>
                </a:solidFill>
              </a:rPr>
              <a:t>Plastic </a:t>
            </a:r>
            <a:r>
              <a:rPr lang="en-GB" sz="1800" dirty="0">
                <a:solidFill>
                  <a:schemeClr val="tx2"/>
                </a:solidFill>
              </a:rPr>
              <a:t>waste Management</a:t>
            </a:r>
          </a:p>
          <a:p>
            <a:pPr lvl="1"/>
            <a:r>
              <a:rPr lang="en-IN" sz="1800" dirty="0">
                <a:solidFill>
                  <a:schemeClr val="tx2"/>
                </a:solidFill>
              </a:rPr>
              <a:t>Energy consumption in the college campus</a:t>
            </a:r>
            <a:endParaRPr lang="en-GB" sz="1800" dirty="0">
              <a:solidFill>
                <a:schemeClr val="tx2"/>
              </a:solidFill>
            </a:endParaRPr>
          </a:p>
          <a:p>
            <a:pPr lvl="1"/>
            <a:r>
              <a:rPr lang="en-IN" sz="1800" dirty="0">
                <a:solidFill>
                  <a:schemeClr val="tx2"/>
                </a:solidFill>
              </a:rPr>
              <a:t>Waste management in the community</a:t>
            </a:r>
            <a:endParaRPr lang="en-GB" sz="1800" dirty="0">
              <a:solidFill>
                <a:schemeClr val="tx2"/>
              </a:solidFill>
            </a:endParaRPr>
          </a:p>
          <a:p>
            <a:pPr lvl="1"/>
            <a:r>
              <a:rPr lang="en-IN" sz="1800" dirty="0">
                <a:solidFill>
                  <a:schemeClr val="tx2"/>
                </a:solidFill>
              </a:rPr>
              <a:t>Biodiversity loss in nearby ecosystems</a:t>
            </a:r>
          </a:p>
          <a:p>
            <a:pPr marL="0" lvl="0" indent="0">
              <a:buNone/>
            </a:pPr>
            <a:r>
              <a:rPr lang="en-IN" sz="1800" b="1" dirty="0">
                <a:solidFill>
                  <a:schemeClr val="tx2"/>
                </a:solidFill>
              </a:rPr>
              <a:t>Cognitive Thinking Level</a:t>
            </a:r>
            <a:endParaRPr lang="en-GB" sz="1800" dirty="0">
              <a:solidFill>
                <a:schemeClr val="tx2"/>
              </a:solidFill>
            </a:endParaRPr>
          </a:p>
          <a:p>
            <a:pPr lvl="1"/>
            <a:r>
              <a:rPr lang="en-IN" sz="1800" b="1" dirty="0">
                <a:solidFill>
                  <a:schemeClr val="tx2"/>
                </a:solidFill>
              </a:rPr>
              <a:t>Remembering:</a:t>
            </a:r>
            <a:r>
              <a:rPr lang="en-IN" sz="1800" dirty="0">
                <a:solidFill>
                  <a:schemeClr val="tx2"/>
                </a:solidFill>
              </a:rPr>
              <a:t> Identifying basic scientific concepts related to the problem.</a:t>
            </a:r>
            <a:endParaRPr lang="en-GB" sz="1800" dirty="0">
              <a:solidFill>
                <a:schemeClr val="tx2"/>
              </a:solidFill>
            </a:endParaRPr>
          </a:p>
          <a:p>
            <a:pPr lvl="1"/>
            <a:r>
              <a:rPr lang="en-IN" sz="1800" b="1" dirty="0">
                <a:solidFill>
                  <a:schemeClr val="tx2"/>
                </a:solidFill>
              </a:rPr>
              <a:t>Understanding:</a:t>
            </a:r>
            <a:r>
              <a:rPr lang="en-IN" sz="1800" dirty="0">
                <a:solidFill>
                  <a:schemeClr val="tx2"/>
                </a:solidFill>
              </a:rPr>
              <a:t> Explaining causes, impacts, and background information.</a:t>
            </a:r>
            <a:endParaRPr lang="en-GB" sz="1800" dirty="0">
              <a:solidFill>
                <a:schemeClr val="tx2"/>
              </a:solidFill>
            </a:endParaRPr>
          </a:p>
          <a:p>
            <a:pPr marL="457200" lvl="1" indent="0">
              <a:buNone/>
            </a:pPr>
            <a:endParaRPr lang="en-GB" sz="1800" b="1" dirty="0">
              <a:solidFill>
                <a:schemeClr val="tx2"/>
              </a:solidFill>
            </a:endParaRPr>
          </a:p>
          <a:p>
            <a:pPr marL="457200" lvl="1" indent="0">
              <a:buNone/>
            </a:pPr>
            <a:r>
              <a:rPr lang="en-IN" sz="1800" b="1" dirty="0">
                <a:solidFill>
                  <a:schemeClr val="tx2"/>
                </a:solidFill>
              </a:rPr>
              <a:t>Scope Identification</a:t>
            </a:r>
            <a:endParaRPr lang="en-GB" sz="1800" dirty="0">
              <a:solidFill>
                <a:schemeClr val="tx2"/>
              </a:solidFill>
            </a:endParaRPr>
          </a:p>
          <a:p>
            <a:pPr lvl="1"/>
            <a:r>
              <a:rPr lang="en-IN" sz="1800" dirty="0">
                <a:solidFill>
                  <a:schemeClr val="tx2"/>
                </a:solidFill>
              </a:rPr>
              <a:t>Nature of the problem</a:t>
            </a:r>
            <a:endParaRPr lang="en-GB" sz="1800" dirty="0">
              <a:solidFill>
                <a:schemeClr val="tx2"/>
              </a:solidFill>
            </a:endParaRPr>
          </a:p>
          <a:p>
            <a:pPr lvl="1"/>
            <a:r>
              <a:rPr lang="en-IN" sz="1800" dirty="0">
                <a:solidFill>
                  <a:schemeClr val="tx2"/>
                </a:solidFill>
              </a:rPr>
              <a:t>Environmental or scientific relevance</a:t>
            </a:r>
            <a:endParaRPr lang="en-GB" sz="1800" dirty="0">
              <a:solidFill>
                <a:schemeClr val="tx2"/>
              </a:solidFill>
            </a:endParaRPr>
          </a:p>
          <a:p>
            <a:pPr lvl="1"/>
            <a:r>
              <a:rPr lang="en-IN" sz="1800" dirty="0">
                <a:solidFill>
                  <a:schemeClr val="tx2"/>
                </a:solidFill>
              </a:rPr>
              <a:t>Existing knowledge and studies</a:t>
            </a:r>
            <a:endParaRPr lang="en-GB" sz="1800" dirty="0">
              <a:solidFill>
                <a:schemeClr val="tx2"/>
              </a:solidFill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1" name="Graphic 20" descr="Business Growth">
            <a:extLst>
              <a:ext uri="{FF2B5EF4-FFF2-40B4-BE49-F238E27FC236}">
                <a16:creationId xmlns:a16="http://schemas.microsoft.com/office/drawing/2014/main" id="{51D5AD0F-F5A2-C018-B185-21E62C4262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281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DE538F-14C5-48B0-82FA-CE9BC0982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Empathy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322B3D2-A583-7F74-00E7-C635982D35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272478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5174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45C003-F331-0A81-B9E0-9E484892A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FCC0D6-AEC5-FD58-C7D9-F20A56517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 dirty="0">
                <a:solidFill>
                  <a:srgbClr val="FFFFFF"/>
                </a:solidFill>
              </a:rPr>
              <a:t>Empathy for Students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1523286-CB74-EC73-1D96-885EC1C988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102629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40043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Define (Problem Definition)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81200" y="1828800"/>
            <a:ext cx="1778727" cy="87085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Observations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84320" y="1828800"/>
            <a:ext cx="1778727" cy="87085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Pain 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7440" y="1828800"/>
            <a:ext cx="1778727" cy="87085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Problem Statement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90559" y="1828800"/>
            <a:ext cx="1778727" cy="87085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How Might We Question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481C8321-DF5A-33AD-B478-8ECDCDDE71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79231741"/>
              </p:ext>
            </p:extLst>
          </p:nvPr>
        </p:nvGraphicFramePr>
        <p:xfrm>
          <a:off x="929640" y="3119166"/>
          <a:ext cx="10227680" cy="27217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6F8235-916B-7091-9647-689C587DC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en-GB" sz="4000"/>
              <a:t>Ideate (Generating Solutions)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F98DA-2C91-A360-D3F2-5BDABCE63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 fontScale="77500" lnSpcReduction="20000"/>
          </a:bodyPr>
          <a:lstStyle/>
          <a:p>
            <a:r>
              <a:rPr lang="en-GB" b="1" dirty="0"/>
              <a:t>Objective: Generate diverse and creative ideas</a:t>
            </a:r>
          </a:p>
          <a:p>
            <a:r>
              <a:rPr lang="en-GB" b="1" dirty="0"/>
              <a:t>Brainstorm circular economy strategies</a:t>
            </a:r>
          </a:p>
          <a:p>
            <a:r>
              <a:rPr lang="en-GB" b="1" dirty="0"/>
              <a:t>Develop technological solutions such as AI-based waste sorting apps</a:t>
            </a:r>
          </a:p>
          <a:p>
            <a:r>
              <a:rPr lang="en-GB" b="1" dirty="0"/>
              <a:t>Government schemes</a:t>
            </a:r>
          </a:p>
          <a:p>
            <a:r>
              <a:rPr lang="en-GB" b="1" dirty="0"/>
              <a:t>Design gamified recycling stations</a:t>
            </a:r>
          </a:p>
          <a:p>
            <a:r>
              <a:rPr lang="en-GB" b="1" dirty="0"/>
              <a:t>Cognitive Level: applying and analysing</a:t>
            </a:r>
          </a:p>
          <a:p>
            <a:endParaRPr lang="en-GB" b="1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People at the meeting desk">
            <a:extLst>
              <a:ext uri="{FF2B5EF4-FFF2-40B4-BE49-F238E27FC236}">
                <a16:creationId xmlns:a16="http://schemas.microsoft.com/office/drawing/2014/main" id="{F460916E-5B47-4A48-8D21-67E2E77AD2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271" r="29673"/>
          <a:stretch>
            <a:fillRect/>
          </a:stretch>
        </p:blipFill>
        <p:spPr>
          <a:xfrm>
            <a:off x="7075967" y="1101647"/>
            <a:ext cx="4170530" cy="4686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573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GB" sz="4000"/>
              <a:t>Case Study – Versova Beach Cleanup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GB" sz="2400" dirty="0"/>
              <a:t>One of the largest beach cleanups in the world</a:t>
            </a:r>
          </a:p>
          <a:p>
            <a:r>
              <a:rPr lang="en-GB" sz="2400" dirty="0"/>
              <a:t>Community-led initiative that removed thousands of tons of plastic waste</a:t>
            </a:r>
          </a:p>
          <a:p>
            <a:r>
              <a:rPr lang="en-GB" sz="2400" dirty="0"/>
              <a:t>Demonstrates real-world impact of collaborative environmental action</a:t>
            </a:r>
          </a:p>
          <a:p>
            <a:r>
              <a:rPr lang="en-GB" sz="2400" dirty="0"/>
              <a:t>Highlights importance of citizen participation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7EF354-7223-30E7-6677-C624F47578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091" r="24974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38549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8892D4-399C-ECB7-9F5E-FD4DD9B26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en-GB" sz="4000"/>
              <a:t>Prototype (Developing Solutions)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AB32E-ED2D-4205-9769-34D90E359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 fontScale="92500" lnSpcReduction="10000"/>
          </a:bodyPr>
          <a:lstStyle/>
          <a:p>
            <a:r>
              <a:rPr lang="en-GB" dirty="0"/>
              <a:t>Build low-fidelity models of proposed solutions</a:t>
            </a:r>
          </a:p>
          <a:p>
            <a:r>
              <a:rPr lang="en-GB" dirty="0"/>
              <a:t>Examples: Smart recycling bin model or waste management app wireframe</a:t>
            </a:r>
          </a:p>
          <a:p>
            <a:r>
              <a:rPr lang="en-GB" dirty="0"/>
              <a:t>Prototype allows quick testing of ideas</a:t>
            </a:r>
          </a:p>
          <a:p>
            <a:r>
              <a:rPr lang="en-GB" dirty="0"/>
              <a:t>Cognitive level: Applying and creating</a:t>
            </a:r>
          </a:p>
          <a:p>
            <a:endParaRPr lang="en-GB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Graphic 14" descr="Recycle">
            <a:extLst>
              <a:ext uri="{FF2B5EF4-FFF2-40B4-BE49-F238E27FC236}">
                <a16:creationId xmlns:a16="http://schemas.microsoft.com/office/drawing/2014/main" id="{46CA9896-B22D-9D5C-ED73-408993837B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75967" y="1359681"/>
            <a:ext cx="4170530" cy="417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546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GB" sz="3700" dirty="0"/>
              <a:t>Phase 5 – Testing (Evaluation and Feedback)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GB" sz="2400" dirty="0"/>
              <a:t>Present prototype to target users</a:t>
            </a:r>
          </a:p>
          <a:p>
            <a:r>
              <a:rPr lang="en-GB" sz="2400" dirty="0"/>
              <a:t>Collect feedback from community members</a:t>
            </a:r>
          </a:p>
          <a:p>
            <a:r>
              <a:rPr lang="en-GB" sz="2400" dirty="0" err="1"/>
              <a:t>Analyze</a:t>
            </a:r>
            <a:r>
              <a:rPr lang="en-GB" sz="2400" dirty="0"/>
              <a:t> strengths and weaknesses</a:t>
            </a:r>
          </a:p>
          <a:p>
            <a:r>
              <a:rPr lang="en-GB" sz="2400" dirty="0"/>
              <a:t>Iteratively improve the solution</a:t>
            </a:r>
          </a:p>
          <a:p>
            <a:r>
              <a:rPr lang="en-GB" sz="2400" dirty="0"/>
              <a:t>Cognitive Level: Critical evaluation and Analysing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892FD2-6893-EAC7-3BA5-AC20D367FE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459" r="25858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GB" sz="4000"/>
              <a:t>Conclusion &amp; 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4030" y="2324912"/>
            <a:ext cx="4744678" cy="4031437"/>
          </a:xfrm>
        </p:spPr>
        <p:txBody>
          <a:bodyPr anchor="ctr">
            <a:normAutofit fontScale="92500" lnSpcReduction="10000"/>
          </a:bodyPr>
          <a:lstStyle/>
          <a:p>
            <a:r>
              <a:rPr lang="en-GB" dirty="0"/>
              <a:t>Research should focus on designing practical solutions</a:t>
            </a:r>
          </a:p>
          <a:p>
            <a:r>
              <a:rPr lang="en-GB" dirty="0"/>
              <a:t>Design Thinking enables creative environmental problem-solving</a:t>
            </a:r>
          </a:p>
          <a:p>
            <a:r>
              <a:rPr lang="en-GB" dirty="0"/>
              <a:t>Next Step: Pilot test prototype on university campus or local community</a:t>
            </a:r>
          </a:p>
          <a:p>
            <a:r>
              <a:rPr lang="en-GB" dirty="0"/>
              <a:t>Encourage sustainable habits and community engagement</a:t>
            </a:r>
          </a:p>
        </p:txBody>
      </p:sp>
      <p:pic>
        <p:nvPicPr>
          <p:cNvPr id="5" name="Picture 4" descr="Person writing on a notepad">
            <a:extLst>
              <a:ext uri="{FF2B5EF4-FFF2-40B4-BE49-F238E27FC236}">
                <a16:creationId xmlns:a16="http://schemas.microsoft.com/office/drawing/2014/main" id="{C01EB0C8-7070-8D44-0EBC-2B6FBD1BB5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431" r="11046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990599"/>
            <a:ext cx="9906000" cy="685800"/>
          </a:xfrm>
        </p:spPr>
        <p:txBody>
          <a:bodyPr anchor="t">
            <a:normAutofit/>
          </a:bodyPr>
          <a:lstStyle/>
          <a:p>
            <a:r>
              <a:rPr lang="en-GB" sz="3400"/>
              <a:t>The Cognitive Framework- Assessment and Evaluation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80FBAC6-A16F-2ADA-2EA0-CFD5751E94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6379176"/>
              </p:ext>
            </p:extLst>
          </p:nvPr>
        </p:nvGraphicFramePr>
        <p:xfrm>
          <a:off x="685800" y="1364343"/>
          <a:ext cx="108204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05434608-C4D4-6D0E-B50E-EF245E6BC2C0}"/>
              </a:ext>
            </a:extLst>
          </p:cNvPr>
          <p:cNvSpPr/>
          <p:nvPr/>
        </p:nvSpPr>
        <p:spPr>
          <a:xfrm>
            <a:off x="936171" y="5174341"/>
            <a:ext cx="10570029" cy="11284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/>
              <a:t>The assessment will be based on submission of Report and Presentation based on the above framework.</a:t>
            </a:r>
            <a:endParaRPr lang="en-GB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EADBDF-0182-DE03-8529-BCD71319E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N" sz="4000">
                <a:solidFill>
                  <a:srgbClr val="FFFFFF"/>
                </a:solidFill>
              </a:rPr>
              <a:t>Assessment</a:t>
            </a:r>
            <a:endParaRPr lang="en-GB" sz="4000">
              <a:solidFill>
                <a:srgbClr val="FFFF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CC2A16F-3F6E-8DB8-5FF8-BF9557EE16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4883672"/>
              </p:ext>
            </p:extLst>
          </p:nvPr>
        </p:nvGraphicFramePr>
        <p:xfrm>
          <a:off x="771019" y="2304172"/>
          <a:ext cx="10673903" cy="380962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049862">
                  <a:extLst>
                    <a:ext uri="{9D8B030D-6E8A-4147-A177-3AD203B41FA5}">
                      <a16:colId xmlns:a16="http://schemas.microsoft.com/office/drawing/2014/main" val="373454743"/>
                    </a:ext>
                  </a:extLst>
                </a:gridCol>
                <a:gridCol w="3624041">
                  <a:extLst>
                    <a:ext uri="{9D8B030D-6E8A-4147-A177-3AD203B41FA5}">
                      <a16:colId xmlns:a16="http://schemas.microsoft.com/office/drawing/2014/main" val="1028574461"/>
                    </a:ext>
                  </a:extLst>
                </a:gridCol>
              </a:tblGrid>
              <a:tr h="6349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300"/>
                        <a:t>Component</a:t>
                      </a:r>
                    </a:p>
                  </a:txBody>
                  <a:tcPr marL="94298" marR="94298" marT="47149" marB="471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300"/>
                        <a:t>Weightage</a:t>
                      </a:r>
                    </a:p>
                  </a:txBody>
                  <a:tcPr marL="94298" marR="94298" marT="47149" marB="47149" anchor="ctr"/>
                </a:tc>
                <a:extLst>
                  <a:ext uri="{0D108BD9-81ED-4DB2-BD59-A6C34878D82A}">
                    <a16:rowId xmlns:a16="http://schemas.microsoft.com/office/drawing/2014/main" val="3432738264"/>
                  </a:ext>
                </a:extLst>
              </a:tr>
              <a:tr h="6349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300"/>
                        <a:t>Research Proposal</a:t>
                      </a:r>
                    </a:p>
                  </a:txBody>
                  <a:tcPr marL="94298" marR="94298" marT="47149" marB="471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300"/>
                        <a:t>20%</a:t>
                      </a:r>
                    </a:p>
                  </a:txBody>
                  <a:tcPr marL="94298" marR="94298" marT="47149" marB="47149" anchor="ctr"/>
                </a:tc>
                <a:extLst>
                  <a:ext uri="{0D108BD9-81ED-4DB2-BD59-A6C34878D82A}">
                    <a16:rowId xmlns:a16="http://schemas.microsoft.com/office/drawing/2014/main" val="496505190"/>
                  </a:ext>
                </a:extLst>
              </a:tr>
              <a:tr h="6349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300"/>
                        <a:t>Data Analysis</a:t>
                      </a:r>
                    </a:p>
                  </a:txBody>
                  <a:tcPr marL="94298" marR="94298" marT="47149" marB="471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300"/>
                        <a:t>20%</a:t>
                      </a:r>
                    </a:p>
                  </a:txBody>
                  <a:tcPr marL="94298" marR="94298" marT="47149" marB="47149" anchor="ctr"/>
                </a:tc>
                <a:extLst>
                  <a:ext uri="{0D108BD9-81ED-4DB2-BD59-A6C34878D82A}">
                    <a16:rowId xmlns:a16="http://schemas.microsoft.com/office/drawing/2014/main" val="2561588594"/>
                  </a:ext>
                </a:extLst>
              </a:tr>
              <a:tr h="6349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300"/>
                        <a:t>Design Thinking Solution</a:t>
                      </a:r>
                    </a:p>
                  </a:txBody>
                  <a:tcPr marL="94298" marR="94298" marT="47149" marB="471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300"/>
                        <a:t>20%</a:t>
                      </a:r>
                    </a:p>
                  </a:txBody>
                  <a:tcPr marL="94298" marR="94298" marT="47149" marB="47149" anchor="ctr"/>
                </a:tc>
                <a:extLst>
                  <a:ext uri="{0D108BD9-81ED-4DB2-BD59-A6C34878D82A}">
                    <a16:rowId xmlns:a16="http://schemas.microsoft.com/office/drawing/2014/main" val="1367767974"/>
                  </a:ext>
                </a:extLst>
              </a:tr>
              <a:tr h="6349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300"/>
                        <a:t>Presentation</a:t>
                      </a:r>
                    </a:p>
                  </a:txBody>
                  <a:tcPr marL="94298" marR="94298" marT="47149" marB="471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300"/>
                        <a:t>20%</a:t>
                      </a:r>
                    </a:p>
                  </a:txBody>
                  <a:tcPr marL="94298" marR="94298" marT="47149" marB="47149" anchor="ctr"/>
                </a:tc>
                <a:extLst>
                  <a:ext uri="{0D108BD9-81ED-4DB2-BD59-A6C34878D82A}">
                    <a16:rowId xmlns:a16="http://schemas.microsoft.com/office/drawing/2014/main" val="4134516596"/>
                  </a:ext>
                </a:extLst>
              </a:tr>
              <a:tr h="6349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300"/>
                        <a:t>Reflection &amp; Teamwork</a:t>
                      </a:r>
                    </a:p>
                  </a:txBody>
                  <a:tcPr marL="94298" marR="94298" marT="47149" marB="471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300"/>
                        <a:t>20%</a:t>
                      </a:r>
                    </a:p>
                  </a:txBody>
                  <a:tcPr marL="94298" marR="94298" marT="47149" marB="47149" anchor="ctr"/>
                </a:tc>
                <a:extLst>
                  <a:ext uri="{0D108BD9-81ED-4DB2-BD59-A6C34878D82A}">
                    <a16:rowId xmlns:a16="http://schemas.microsoft.com/office/drawing/2014/main" val="1561173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50832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9CF70-3B59-5BBB-A7CB-1F2CBF2D2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13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70123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554</Words>
  <Application>Microsoft Office PowerPoint</Application>
  <PresentationFormat>Widescreen</PresentationFormat>
  <Paragraphs>107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Goal Research Project:  Combating Plastic Waste Pollution</vt:lpstr>
      <vt:lpstr>Design Thinking Process Map</vt:lpstr>
      <vt:lpstr>Scope</vt:lpstr>
      <vt:lpstr>Empathy</vt:lpstr>
      <vt:lpstr>Empathy for Students</vt:lpstr>
      <vt:lpstr>Define (Problem Definition)</vt:lpstr>
      <vt:lpstr>Ideate (Generating Solutions)</vt:lpstr>
      <vt:lpstr>Case Study – Versova Beach Cleanup</vt:lpstr>
      <vt:lpstr>Prototype (Developing Solutions)</vt:lpstr>
      <vt:lpstr>Phase 5 – Testing (Evaluation and Feedback)</vt:lpstr>
      <vt:lpstr>Conclusion &amp; Call to Action</vt:lpstr>
      <vt:lpstr>The Cognitive Framework- Assessment and Evaluation </vt:lpstr>
      <vt:lpstr>Assessment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Annika  Gupta</dc:creator>
  <cp:lastModifiedBy>Rinky Rajwani</cp:lastModifiedBy>
  <cp:revision>16</cp:revision>
  <dcterms:created xsi:type="dcterms:W3CDTF">2026-03-09T06:00:19Z</dcterms:created>
  <dcterms:modified xsi:type="dcterms:W3CDTF">2026-03-09T07:15:37Z</dcterms:modified>
</cp:coreProperties>
</file>